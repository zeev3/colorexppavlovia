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 4: tracking is below 1 at every level and falls with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616D"/>
                </a:solidFill>
                <a:latin typeface="Calibri"/>
              </a:rPr>
              <a:t>Experience instruction, 50 participants. r = each person's correlation of report with true colour at that level (mean of the people's r).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377440"/>
                <a:gridCol w="2194560"/>
                <a:gridCol w="2130552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Mean r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People with r &lt;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 vs 1: t (df)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0.82 [0.79, 0.84]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50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−13.5 (49)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5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0.76 [0.73, 0.79]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50 of 50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−15.9 (49)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0.70 [0.66, 0.74]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50 of 50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−15.2 (49)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520440"/>
          <a:ext cx="7498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Between levels (Fisher z)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Difference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 (df)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5 vs SD 3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−0.16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t(49) = −6.87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7 vs SD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−0.31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t(49) = −10.99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SD 7 vs SD 5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−0.14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t(49) = −5.51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2A36"/>
                          </a:solidFill>
                          <a:latin typeface="Calibri"/>
                        </a:rPr>
                        <a:t>Linear trend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t(49) = −10.99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35204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E2A36"/>
                </a:solidFill>
                <a:latin typeface="Calibri"/>
              </a:rPr>
              <a:t>Level effect (repeated-measures ANOVA on Fisher z): F(1.93, 94.8) = 69.85, p &lt; .001.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r vs 1 is descriptive: r cannot exceed 1. The test of interest is the change between levels.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A36"/>
                </a:solidFill>
                <a:latin typeface="Cambria"/>
              </a:rPr>
              <a:t>Experiments 1–3: tracking against 1 at every array size (experience)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9167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2834640"/>
                <a:gridCol w="2103120"/>
                <a:gridCol w="1920240"/>
                <a:gridCol w="1673352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r [95% CI]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People with r &lt; 1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 vs 1: t (df)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 (Holm)</a:t>
                      </a:r>
                    </a:p>
                  </a:txBody>
                  <a:tcPr marL="64008" marR="64008">
                    <a:solidFill>
                      <a:srgbClr val="1E2A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>Exp 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0.79 [0.74, 0.84]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21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−8.7 (20)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6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0.72 [0.64, 0.80]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21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−7.1 (20)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8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0.68 [0.59, 0.77]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21 of 21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−7.2 (20)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12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0.76 [0.70, 0.82]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21 of 21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−8.1 (20)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>Exp 2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0.78 [0.75, 0.81]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77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−15.5 (76)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0.74 [0.71, 0.78]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77 of 77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−15.3 (76)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0.76 [0.73, 0.78]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77 of 77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−18.5 (76)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>Exp 3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0.78 [0.74, 0.81]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38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−12.1 (37)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10 sq.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0.76 [0.71, 0.82]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38 of 38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−9.0 (37)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A36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20 sq.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0.78 [0.74, 0.82]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38 of 38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−11.4 (37)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A36"/>
                          </a:solidFill>
                          <a:latin typeface="Calibri"/>
                        </a:rPr>
                        <a:t>p &lt; .001</a:t>
                      </a:r>
                    </a:p>
                  </a:txBody>
                  <a:tcPr marL="64008" marR="64008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616D"/>
                </a:solidFill>
                <a:latin typeface="Calibri"/>
              </a:rPr>
              <a:t>Level effect on r (Fisher z): Exp 1: F(2.69, 53.9) = 5.53, p = .003; Exp 2: F(1.96, 149.3) = 4.02, p = .021; Exp 3: F(1.96, 72.4) = 0.02, p = .98. r vs 1 is descriptive.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