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4937760"/>
            <a:chOff x="548640" y="1371600"/>
            <a:chExt cx="5852160" cy="49377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4937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820015" y="4979890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820015" y="4246466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820015" y="3513042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820015" y="2779618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20015" y="2046193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6727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20151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53575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87000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20424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20015" y="1679481"/>
              <a:ext cx="3667121" cy="3667121"/>
            </a:xfrm>
            <a:custGeom>
              <a:avLst/>
              <a:pathLst>
                <a:path w="3667121" h="3667121">
                  <a:moveTo>
                    <a:pt x="0" y="3667121"/>
                  </a:moveTo>
                  <a:lnTo>
                    <a:pt x="0" y="3667121"/>
                  </a:ln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86727" y="2352840"/>
              <a:ext cx="2933697" cy="2320402"/>
            </a:xfrm>
            <a:custGeom>
              <a:avLst/>
              <a:pathLst>
                <a:path w="2933697" h="2320402">
                  <a:moveTo>
                    <a:pt x="0" y="2320402"/>
                  </a:moveTo>
                  <a:lnTo>
                    <a:pt x="101161" y="2240389"/>
                  </a:lnTo>
                  <a:lnTo>
                    <a:pt x="202323" y="2160375"/>
                  </a:lnTo>
                  <a:lnTo>
                    <a:pt x="303485" y="2080361"/>
                  </a:lnTo>
                  <a:lnTo>
                    <a:pt x="404647" y="2000347"/>
                  </a:lnTo>
                  <a:lnTo>
                    <a:pt x="505809" y="1920333"/>
                  </a:lnTo>
                  <a:lnTo>
                    <a:pt x="606971" y="1840319"/>
                  </a:lnTo>
                  <a:lnTo>
                    <a:pt x="708133" y="1760305"/>
                  </a:lnTo>
                  <a:lnTo>
                    <a:pt x="809295" y="1680291"/>
                  </a:lnTo>
                  <a:lnTo>
                    <a:pt x="910457" y="1600277"/>
                  </a:lnTo>
                  <a:lnTo>
                    <a:pt x="1011619" y="1520263"/>
                  </a:lnTo>
                  <a:lnTo>
                    <a:pt x="1112781" y="1440250"/>
                  </a:lnTo>
                  <a:lnTo>
                    <a:pt x="1213943" y="1360236"/>
                  </a:lnTo>
                  <a:lnTo>
                    <a:pt x="1315105" y="1280222"/>
                  </a:lnTo>
                  <a:lnTo>
                    <a:pt x="1416267" y="1200208"/>
                  </a:lnTo>
                  <a:lnTo>
                    <a:pt x="1517429" y="1120194"/>
                  </a:lnTo>
                  <a:lnTo>
                    <a:pt x="1618591" y="1040180"/>
                  </a:lnTo>
                  <a:lnTo>
                    <a:pt x="1719753" y="960166"/>
                  </a:lnTo>
                  <a:lnTo>
                    <a:pt x="1820915" y="880152"/>
                  </a:lnTo>
                  <a:lnTo>
                    <a:pt x="1922077" y="800138"/>
                  </a:lnTo>
                  <a:lnTo>
                    <a:pt x="2023239" y="720125"/>
                  </a:lnTo>
                  <a:lnTo>
                    <a:pt x="2124401" y="640111"/>
                  </a:lnTo>
                  <a:lnTo>
                    <a:pt x="2225563" y="560097"/>
                  </a:lnTo>
                  <a:lnTo>
                    <a:pt x="2326725" y="480083"/>
                  </a:lnTo>
                  <a:lnTo>
                    <a:pt x="2427887" y="400069"/>
                  </a:lnTo>
                  <a:lnTo>
                    <a:pt x="2529049" y="320055"/>
                  </a:lnTo>
                  <a:lnTo>
                    <a:pt x="2630211" y="240041"/>
                  </a:lnTo>
                  <a:lnTo>
                    <a:pt x="2731373" y="160027"/>
                  </a:lnTo>
                  <a:lnTo>
                    <a:pt x="2832535" y="80013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86727" y="2455488"/>
              <a:ext cx="2933697" cy="2115106"/>
            </a:xfrm>
            <a:custGeom>
              <a:avLst/>
              <a:pathLst>
                <a:path w="2933697" h="2115106">
                  <a:moveTo>
                    <a:pt x="0" y="2115106"/>
                  </a:moveTo>
                  <a:lnTo>
                    <a:pt x="101161" y="2042172"/>
                  </a:lnTo>
                  <a:lnTo>
                    <a:pt x="202323" y="1969237"/>
                  </a:lnTo>
                  <a:lnTo>
                    <a:pt x="303485" y="1896302"/>
                  </a:lnTo>
                  <a:lnTo>
                    <a:pt x="404647" y="1823367"/>
                  </a:lnTo>
                  <a:lnTo>
                    <a:pt x="505809" y="1750433"/>
                  </a:lnTo>
                  <a:lnTo>
                    <a:pt x="606971" y="1677498"/>
                  </a:lnTo>
                  <a:lnTo>
                    <a:pt x="708133" y="1604563"/>
                  </a:lnTo>
                  <a:lnTo>
                    <a:pt x="809295" y="1531629"/>
                  </a:lnTo>
                  <a:lnTo>
                    <a:pt x="910457" y="1458694"/>
                  </a:lnTo>
                  <a:lnTo>
                    <a:pt x="1011619" y="1385759"/>
                  </a:lnTo>
                  <a:lnTo>
                    <a:pt x="1112781" y="1312824"/>
                  </a:lnTo>
                  <a:lnTo>
                    <a:pt x="1213943" y="1239890"/>
                  </a:lnTo>
                  <a:lnTo>
                    <a:pt x="1315105" y="1166955"/>
                  </a:lnTo>
                  <a:lnTo>
                    <a:pt x="1416267" y="1094020"/>
                  </a:lnTo>
                  <a:lnTo>
                    <a:pt x="1517429" y="1021086"/>
                  </a:lnTo>
                  <a:lnTo>
                    <a:pt x="1618591" y="948151"/>
                  </a:lnTo>
                  <a:lnTo>
                    <a:pt x="1719753" y="875216"/>
                  </a:lnTo>
                  <a:lnTo>
                    <a:pt x="1820915" y="802281"/>
                  </a:lnTo>
                  <a:lnTo>
                    <a:pt x="1922077" y="729347"/>
                  </a:lnTo>
                  <a:lnTo>
                    <a:pt x="2023239" y="656412"/>
                  </a:lnTo>
                  <a:lnTo>
                    <a:pt x="2124401" y="583477"/>
                  </a:lnTo>
                  <a:lnTo>
                    <a:pt x="2225563" y="510543"/>
                  </a:lnTo>
                  <a:lnTo>
                    <a:pt x="2326725" y="437608"/>
                  </a:lnTo>
                  <a:lnTo>
                    <a:pt x="2427887" y="364673"/>
                  </a:lnTo>
                  <a:lnTo>
                    <a:pt x="2529049" y="291738"/>
                  </a:lnTo>
                  <a:lnTo>
                    <a:pt x="2630211" y="218804"/>
                  </a:lnTo>
                  <a:lnTo>
                    <a:pt x="2731373" y="145869"/>
                  </a:lnTo>
                  <a:lnTo>
                    <a:pt x="2832535" y="72934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86727" y="2517095"/>
              <a:ext cx="2933697" cy="1991893"/>
            </a:xfrm>
            <a:custGeom>
              <a:avLst/>
              <a:pathLst>
                <a:path w="2933697" h="1991893">
                  <a:moveTo>
                    <a:pt x="0" y="1991893"/>
                  </a:moveTo>
                  <a:lnTo>
                    <a:pt x="101161" y="1923207"/>
                  </a:lnTo>
                  <a:lnTo>
                    <a:pt x="202323" y="1854521"/>
                  </a:lnTo>
                  <a:lnTo>
                    <a:pt x="303485" y="1785835"/>
                  </a:lnTo>
                  <a:lnTo>
                    <a:pt x="404647" y="1717149"/>
                  </a:lnTo>
                  <a:lnTo>
                    <a:pt x="505809" y="1648463"/>
                  </a:lnTo>
                  <a:lnTo>
                    <a:pt x="606971" y="1579777"/>
                  </a:lnTo>
                  <a:lnTo>
                    <a:pt x="708133" y="1511091"/>
                  </a:lnTo>
                  <a:lnTo>
                    <a:pt x="809295" y="1442405"/>
                  </a:lnTo>
                  <a:lnTo>
                    <a:pt x="910457" y="1373719"/>
                  </a:lnTo>
                  <a:lnTo>
                    <a:pt x="1011619" y="1305033"/>
                  </a:lnTo>
                  <a:lnTo>
                    <a:pt x="1112781" y="1236347"/>
                  </a:lnTo>
                  <a:lnTo>
                    <a:pt x="1213943" y="1167661"/>
                  </a:lnTo>
                  <a:lnTo>
                    <a:pt x="1315105" y="1098975"/>
                  </a:lnTo>
                  <a:lnTo>
                    <a:pt x="1416267" y="1030289"/>
                  </a:lnTo>
                  <a:lnTo>
                    <a:pt x="1517429" y="961603"/>
                  </a:lnTo>
                  <a:lnTo>
                    <a:pt x="1618591" y="892917"/>
                  </a:lnTo>
                  <a:lnTo>
                    <a:pt x="1719753" y="824231"/>
                  </a:lnTo>
                  <a:lnTo>
                    <a:pt x="1820915" y="755545"/>
                  </a:lnTo>
                  <a:lnTo>
                    <a:pt x="1922077" y="686859"/>
                  </a:lnTo>
                  <a:lnTo>
                    <a:pt x="2023239" y="618173"/>
                  </a:lnTo>
                  <a:lnTo>
                    <a:pt x="2124401" y="549487"/>
                  </a:lnTo>
                  <a:lnTo>
                    <a:pt x="2225563" y="480801"/>
                  </a:lnTo>
                  <a:lnTo>
                    <a:pt x="2326725" y="412115"/>
                  </a:lnTo>
                  <a:lnTo>
                    <a:pt x="2427887" y="343429"/>
                  </a:lnTo>
                  <a:lnTo>
                    <a:pt x="2529049" y="274743"/>
                  </a:lnTo>
                  <a:lnTo>
                    <a:pt x="2630211" y="206057"/>
                  </a:lnTo>
                  <a:lnTo>
                    <a:pt x="2731373" y="137371"/>
                  </a:lnTo>
                  <a:lnTo>
                    <a:pt x="2832535" y="68685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186727" y="2394813"/>
              <a:ext cx="2933697" cy="2236458"/>
            </a:xfrm>
            <a:custGeom>
              <a:avLst/>
              <a:pathLst>
                <a:path w="2933697" h="2236458">
                  <a:moveTo>
                    <a:pt x="0" y="2236458"/>
                  </a:moveTo>
                  <a:lnTo>
                    <a:pt x="101161" y="2159339"/>
                  </a:lnTo>
                  <a:lnTo>
                    <a:pt x="202323" y="2082219"/>
                  </a:lnTo>
                  <a:lnTo>
                    <a:pt x="303485" y="2005100"/>
                  </a:lnTo>
                  <a:lnTo>
                    <a:pt x="404647" y="1927981"/>
                  </a:lnTo>
                  <a:lnTo>
                    <a:pt x="505809" y="1850862"/>
                  </a:lnTo>
                  <a:lnTo>
                    <a:pt x="606971" y="1773742"/>
                  </a:lnTo>
                  <a:lnTo>
                    <a:pt x="708133" y="1696623"/>
                  </a:lnTo>
                  <a:lnTo>
                    <a:pt x="809295" y="1619504"/>
                  </a:lnTo>
                  <a:lnTo>
                    <a:pt x="910457" y="1542385"/>
                  </a:lnTo>
                  <a:lnTo>
                    <a:pt x="1011619" y="1465265"/>
                  </a:lnTo>
                  <a:lnTo>
                    <a:pt x="1112781" y="1388146"/>
                  </a:lnTo>
                  <a:lnTo>
                    <a:pt x="1213943" y="1311027"/>
                  </a:lnTo>
                  <a:lnTo>
                    <a:pt x="1315105" y="1233908"/>
                  </a:lnTo>
                  <a:lnTo>
                    <a:pt x="1416267" y="1156788"/>
                  </a:lnTo>
                  <a:lnTo>
                    <a:pt x="1517429" y="1079669"/>
                  </a:lnTo>
                  <a:lnTo>
                    <a:pt x="1618591" y="1002550"/>
                  </a:lnTo>
                  <a:lnTo>
                    <a:pt x="1719753" y="925431"/>
                  </a:lnTo>
                  <a:lnTo>
                    <a:pt x="1820915" y="848311"/>
                  </a:lnTo>
                  <a:lnTo>
                    <a:pt x="1922077" y="771192"/>
                  </a:lnTo>
                  <a:lnTo>
                    <a:pt x="2023239" y="694073"/>
                  </a:lnTo>
                  <a:lnTo>
                    <a:pt x="2124401" y="616954"/>
                  </a:lnTo>
                  <a:lnTo>
                    <a:pt x="2225563" y="539834"/>
                  </a:lnTo>
                  <a:lnTo>
                    <a:pt x="2326725" y="462715"/>
                  </a:lnTo>
                  <a:lnTo>
                    <a:pt x="2427887" y="385596"/>
                  </a:lnTo>
                  <a:lnTo>
                    <a:pt x="2529049" y="308477"/>
                  </a:lnTo>
                  <a:lnTo>
                    <a:pt x="2630211" y="231357"/>
                  </a:lnTo>
                  <a:lnTo>
                    <a:pt x="2731373" y="154238"/>
                  </a:lnTo>
                  <a:lnTo>
                    <a:pt x="2832535" y="77119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9"/>
            <p:cNvSpPr/>
            <p:nvPr/>
          </p:nvSpPr>
          <p:spPr>
            <a:xfrm>
              <a:off x="1893357" y="1708882"/>
              <a:ext cx="1402452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2E7D4F">
                      <a:alpha val="100000"/>
                    </a:srgbClr>
                  </a:solidFill>
                  <a:latin typeface="Calibri"/>
                  <a:cs typeface="Calibri"/>
                </a:rPr>
                <a:t>2 sq.: 0.79 [0.71, 0.87]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893357" y="1943578"/>
              <a:ext cx="1402452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6C9A3B">
                      <a:alpha val="100000"/>
                    </a:srgbClr>
                  </a:solidFill>
                  <a:latin typeface="Calibri"/>
                  <a:cs typeface="Calibri"/>
                </a:rPr>
                <a:t>6 sq.: 0.72 [0.64, 0.80]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893357" y="2178273"/>
              <a:ext cx="1402452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7790F">
                      <a:alpha val="100000"/>
                    </a:srgbClr>
                  </a:solidFill>
                  <a:latin typeface="Calibri"/>
                  <a:cs typeface="Calibri"/>
                </a:rPr>
                <a:t>8 sq.: 0.68 [0.60, 0.76]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893357" y="2412969"/>
              <a:ext cx="1480829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12 sq.: 0.76 [0.68, 0.85]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643284" y="4938070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643284" y="4205300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683885" y="346919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683885" y="2738452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1683885" y="2004373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132524" y="5416831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865948" y="5417486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619672" y="54148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353097" y="5417486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086521" y="5416831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361822" y="5533742"/>
              <a:ext cx="2583507" cy="142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(z within person and level)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848015" y="3441604"/>
              <a:ext cx="1304329" cy="142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report (z)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2408365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43970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679576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315181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2681790" y="598056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317396" y="5980501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953001" y="5980620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588607" y="598056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820015" y="1402443"/>
              <a:ext cx="4707001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Tracking, forward: report on true colour (experience; slope = r)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4937760"/>
            <a:chOff x="548640" y="1371600"/>
            <a:chExt cx="5852160" cy="49377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4937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820015" y="4979890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820015" y="4246466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820015" y="3513042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820015" y="2779618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20015" y="2046193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6727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20151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53575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87000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20424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20015" y="1679481"/>
              <a:ext cx="3667121" cy="3667121"/>
            </a:xfrm>
            <a:custGeom>
              <a:avLst/>
              <a:pathLst>
                <a:path w="3667121" h="3667121">
                  <a:moveTo>
                    <a:pt x="0" y="3667121"/>
                  </a:moveTo>
                  <a:lnTo>
                    <a:pt x="0" y="3667121"/>
                  </a:ln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86727" y="2352840"/>
              <a:ext cx="2933697" cy="2320402"/>
            </a:xfrm>
            <a:custGeom>
              <a:avLst/>
              <a:pathLst>
                <a:path w="2933697" h="2320402">
                  <a:moveTo>
                    <a:pt x="0" y="2320402"/>
                  </a:moveTo>
                  <a:lnTo>
                    <a:pt x="101161" y="2240389"/>
                  </a:lnTo>
                  <a:lnTo>
                    <a:pt x="202323" y="2160375"/>
                  </a:lnTo>
                  <a:lnTo>
                    <a:pt x="303485" y="2080361"/>
                  </a:lnTo>
                  <a:lnTo>
                    <a:pt x="404647" y="2000347"/>
                  </a:lnTo>
                  <a:lnTo>
                    <a:pt x="505809" y="1920333"/>
                  </a:lnTo>
                  <a:lnTo>
                    <a:pt x="606971" y="1840319"/>
                  </a:lnTo>
                  <a:lnTo>
                    <a:pt x="708133" y="1760305"/>
                  </a:lnTo>
                  <a:lnTo>
                    <a:pt x="809295" y="1680291"/>
                  </a:lnTo>
                  <a:lnTo>
                    <a:pt x="910457" y="1600277"/>
                  </a:lnTo>
                  <a:lnTo>
                    <a:pt x="1011619" y="1520263"/>
                  </a:lnTo>
                  <a:lnTo>
                    <a:pt x="1112781" y="1440250"/>
                  </a:lnTo>
                  <a:lnTo>
                    <a:pt x="1213943" y="1360236"/>
                  </a:lnTo>
                  <a:lnTo>
                    <a:pt x="1315105" y="1280222"/>
                  </a:lnTo>
                  <a:lnTo>
                    <a:pt x="1416267" y="1200208"/>
                  </a:lnTo>
                  <a:lnTo>
                    <a:pt x="1517429" y="1120194"/>
                  </a:lnTo>
                  <a:lnTo>
                    <a:pt x="1618591" y="1040180"/>
                  </a:lnTo>
                  <a:lnTo>
                    <a:pt x="1719753" y="960166"/>
                  </a:lnTo>
                  <a:lnTo>
                    <a:pt x="1820915" y="880152"/>
                  </a:lnTo>
                  <a:lnTo>
                    <a:pt x="1922077" y="800138"/>
                  </a:lnTo>
                  <a:lnTo>
                    <a:pt x="2023239" y="720125"/>
                  </a:lnTo>
                  <a:lnTo>
                    <a:pt x="2124401" y="640111"/>
                  </a:lnTo>
                  <a:lnTo>
                    <a:pt x="2225563" y="560097"/>
                  </a:lnTo>
                  <a:lnTo>
                    <a:pt x="2326725" y="480083"/>
                  </a:lnTo>
                  <a:lnTo>
                    <a:pt x="2427887" y="400069"/>
                  </a:lnTo>
                  <a:lnTo>
                    <a:pt x="2529049" y="320055"/>
                  </a:lnTo>
                  <a:lnTo>
                    <a:pt x="2630211" y="240041"/>
                  </a:lnTo>
                  <a:lnTo>
                    <a:pt x="2731373" y="160027"/>
                  </a:lnTo>
                  <a:lnTo>
                    <a:pt x="2832535" y="80013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86727" y="2455488"/>
              <a:ext cx="2933697" cy="2115106"/>
            </a:xfrm>
            <a:custGeom>
              <a:avLst/>
              <a:pathLst>
                <a:path w="2933697" h="2115106">
                  <a:moveTo>
                    <a:pt x="0" y="2115106"/>
                  </a:moveTo>
                  <a:lnTo>
                    <a:pt x="101161" y="2042172"/>
                  </a:lnTo>
                  <a:lnTo>
                    <a:pt x="202323" y="1969237"/>
                  </a:lnTo>
                  <a:lnTo>
                    <a:pt x="303485" y="1896302"/>
                  </a:lnTo>
                  <a:lnTo>
                    <a:pt x="404647" y="1823367"/>
                  </a:lnTo>
                  <a:lnTo>
                    <a:pt x="505809" y="1750433"/>
                  </a:lnTo>
                  <a:lnTo>
                    <a:pt x="606971" y="1677498"/>
                  </a:lnTo>
                  <a:lnTo>
                    <a:pt x="708133" y="1604563"/>
                  </a:lnTo>
                  <a:lnTo>
                    <a:pt x="809295" y="1531629"/>
                  </a:lnTo>
                  <a:lnTo>
                    <a:pt x="910457" y="1458694"/>
                  </a:lnTo>
                  <a:lnTo>
                    <a:pt x="1011619" y="1385759"/>
                  </a:lnTo>
                  <a:lnTo>
                    <a:pt x="1112781" y="1312824"/>
                  </a:lnTo>
                  <a:lnTo>
                    <a:pt x="1213943" y="1239890"/>
                  </a:lnTo>
                  <a:lnTo>
                    <a:pt x="1315105" y="1166955"/>
                  </a:lnTo>
                  <a:lnTo>
                    <a:pt x="1416267" y="1094020"/>
                  </a:lnTo>
                  <a:lnTo>
                    <a:pt x="1517429" y="1021086"/>
                  </a:lnTo>
                  <a:lnTo>
                    <a:pt x="1618591" y="948151"/>
                  </a:lnTo>
                  <a:lnTo>
                    <a:pt x="1719753" y="875216"/>
                  </a:lnTo>
                  <a:lnTo>
                    <a:pt x="1820915" y="802281"/>
                  </a:lnTo>
                  <a:lnTo>
                    <a:pt x="1922077" y="729347"/>
                  </a:lnTo>
                  <a:lnTo>
                    <a:pt x="2023239" y="656412"/>
                  </a:lnTo>
                  <a:lnTo>
                    <a:pt x="2124401" y="583477"/>
                  </a:lnTo>
                  <a:lnTo>
                    <a:pt x="2225563" y="510543"/>
                  </a:lnTo>
                  <a:lnTo>
                    <a:pt x="2326725" y="437608"/>
                  </a:lnTo>
                  <a:lnTo>
                    <a:pt x="2427887" y="364673"/>
                  </a:lnTo>
                  <a:lnTo>
                    <a:pt x="2529049" y="291738"/>
                  </a:lnTo>
                  <a:lnTo>
                    <a:pt x="2630211" y="218804"/>
                  </a:lnTo>
                  <a:lnTo>
                    <a:pt x="2731373" y="145869"/>
                  </a:lnTo>
                  <a:lnTo>
                    <a:pt x="2832535" y="72934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86727" y="2517095"/>
              <a:ext cx="2933697" cy="1991893"/>
            </a:xfrm>
            <a:custGeom>
              <a:avLst/>
              <a:pathLst>
                <a:path w="2933697" h="1991893">
                  <a:moveTo>
                    <a:pt x="0" y="1991893"/>
                  </a:moveTo>
                  <a:lnTo>
                    <a:pt x="101161" y="1923207"/>
                  </a:lnTo>
                  <a:lnTo>
                    <a:pt x="202323" y="1854521"/>
                  </a:lnTo>
                  <a:lnTo>
                    <a:pt x="303485" y="1785835"/>
                  </a:lnTo>
                  <a:lnTo>
                    <a:pt x="404647" y="1717149"/>
                  </a:lnTo>
                  <a:lnTo>
                    <a:pt x="505809" y="1648463"/>
                  </a:lnTo>
                  <a:lnTo>
                    <a:pt x="606971" y="1579777"/>
                  </a:lnTo>
                  <a:lnTo>
                    <a:pt x="708133" y="1511091"/>
                  </a:lnTo>
                  <a:lnTo>
                    <a:pt x="809295" y="1442405"/>
                  </a:lnTo>
                  <a:lnTo>
                    <a:pt x="910457" y="1373719"/>
                  </a:lnTo>
                  <a:lnTo>
                    <a:pt x="1011619" y="1305033"/>
                  </a:lnTo>
                  <a:lnTo>
                    <a:pt x="1112781" y="1236347"/>
                  </a:lnTo>
                  <a:lnTo>
                    <a:pt x="1213943" y="1167661"/>
                  </a:lnTo>
                  <a:lnTo>
                    <a:pt x="1315105" y="1098975"/>
                  </a:lnTo>
                  <a:lnTo>
                    <a:pt x="1416267" y="1030289"/>
                  </a:lnTo>
                  <a:lnTo>
                    <a:pt x="1517429" y="961603"/>
                  </a:lnTo>
                  <a:lnTo>
                    <a:pt x="1618591" y="892917"/>
                  </a:lnTo>
                  <a:lnTo>
                    <a:pt x="1719753" y="824231"/>
                  </a:lnTo>
                  <a:lnTo>
                    <a:pt x="1820915" y="755545"/>
                  </a:lnTo>
                  <a:lnTo>
                    <a:pt x="1922077" y="686859"/>
                  </a:lnTo>
                  <a:lnTo>
                    <a:pt x="2023239" y="618173"/>
                  </a:lnTo>
                  <a:lnTo>
                    <a:pt x="2124401" y="549487"/>
                  </a:lnTo>
                  <a:lnTo>
                    <a:pt x="2225563" y="480801"/>
                  </a:lnTo>
                  <a:lnTo>
                    <a:pt x="2326725" y="412115"/>
                  </a:lnTo>
                  <a:lnTo>
                    <a:pt x="2427887" y="343429"/>
                  </a:lnTo>
                  <a:lnTo>
                    <a:pt x="2529049" y="274743"/>
                  </a:lnTo>
                  <a:lnTo>
                    <a:pt x="2630211" y="206057"/>
                  </a:lnTo>
                  <a:lnTo>
                    <a:pt x="2731373" y="137371"/>
                  </a:lnTo>
                  <a:lnTo>
                    <a:pt x="2832535" y="68685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186727" y="2394813"/>
              <a:ext cx="2933697" cy="2236458"/>
            </a:xfrm>
            <a:custGeom>
              <a:avLst/>
              <a:pathLst>
                <a:path w="2933697" h="2236458">
                  <a:moveTo>
                    <a:pt x="0" y="2236458"/>
                  </a:moveTo>
                  <a:lnTo>
                    <a:pt x="101161" y="2159339"/>
                  </a:lnTo>
                  <a:lnTo>
                    <a:pt x="202323" y="2082219"/>
                  </a:lnTo>
                  <a:lnTo>
                    <a:pt x="303485" y="2005100"/>
                  </a:lnTo>
                  <a:lnTo>
                    <a:pt x="404647" y="1927981"/>
                  </a:lnTo>
                  <a:lnTo>
                    <a:pt x="505809" y="1850862"/>
                  </a:lnTo>
                  <a:lnTo>
                    <a:pt x="606971" y="1773742"/>
                  </a:lnTo>
                  <a:lnTo>
                    <a:pt x="708133" y="1696623"/>
                  </a:lnTo>
                  <a:lnTo>
                    <a:pt x="809295" y="1619504"/>
                  </a:lnTo>
                  <a:lnTo>
                    <a:pt x="910457" y="1542385"/>
                  </a:lnTo>
                  <a:lnTo>
                    <a:pt x="1011619" y="1465265"/>
                  </a:lnTo>
                  <a:lnTo>
                    <a:pt x="1112781" y="1388146"/>
                  </a:lnTo>
                  <a:lnTo>
                    <a:pt x="1213943" y="1311027"/>
                  </a:lnTo>
                  <a:lnTo>
                    <a:pt x="1315105" y="1233908"/>
                  </a:lnTo>
                  <a:lnTo>
                    <a:pt x="1416267" y="1156788"/>
                  </a:lnTo>
                  <a:lnTo>
                    <a:pt x="1517429" y="1079669"/>
                  </a:lnTo>
                  <a:lnTo>
                    <a:pt x="1618591" y="1002550"/>
                  </a:lnTo>
                  <a:lnTo>
                    <a:pt x="1719753" y="925431"/>
                  </a:lnTo>
                  <a:lnTo>
                    <a:pt x="1820915" y="848311"/>
                  </a:lnTo>
                  <a:lnTo>
                    <a:pt x="1922077" y="771192"/>
                  </a:lnTo>
                  <a:lnTo>
                    <a:pt x="2023239" y="694073"/>
                  </a:lnTo>
                  <a:lnTo>
                    <a:pt x="2124401" y="616954"/>
                  </a:lnTo>
                  <a:lnTo>
                    <a:pt x="2225563" y="539834"/>
                  </a:lnTo>
                  <a:lnTo>
                    <a:pt x="2326725" y="462715"/>
                  </a:lnTo>
                  <a:lnTo>
                    <a:pt x="2427887" y="385596"/>
                  </a:lnTo>
                  <a:lnTo>
                    <a:pt x="2529049" y="308477"/>
                  </a:lnTo>
                  <a:lnTo>
                    <a:pt x="2630211" y="231357"/>
                  </a:lnTo>
                  <a:lnTo>
                    <a:pt x="2731373" y="154238"/>
                  </a:lnTo>
                  <a:lnTo>
                    <a:pt x="2832535" y="77119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9"/>
            <p:cNvSpPr/>
            <p:nvPr/>
          </p:nvSpPr>
          <p:spPr>
            <a:xfrm>
              <a:off x="1893357" y="1708882"/>
              <a:ext cx="1402452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2E7D4F">
                      <a:alpha val="100000"/>
                    </a:srgbClr>
                  </a:solidFill>
                  <a:latin typeface="Calibri"/>
                  <a:cs typeface="Calibri"/>
                </a:rPr>
                <a:t>2 sq.: 0.79 [0.71, 0.87]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893357" y="1943578"/>
              <a:ext cx="1402452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6C9A3B">
                      <a:alpha val="100000"/>
                    </a:srgbClr>
                  </a:solidFill>
                  <a:latin typeface="Calibri"/>
                  <a:cs typeface="Calibri"/>
                </a:rPr>
                <a:t>6 sq.: 0.72 [0.64, 0.80]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893357" y="2178273"/>
              <a:ext cx="1402452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7790F">
                      <a:alpha val="100000"/>
                    </a:srgbClr>
                  </a:solidFill>
                  <a:latin typeface="Calibri"/>
                  <a:cs typeface="Calibri"/>
                </a:rPr>
                <a:t>8 sq.: 0.68 [0.60, 0.76]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893357" y="2412969"/>
              <a:ext cx="1480829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12 sq.: 0.76 [0.68, 0.85]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643284" y="4938070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643284" y="4205300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683885" y="346919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683885" y="2738452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1683885" y="2004373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132524" y="5416831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865948" y="5417486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619672" y="54148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353097" y="5417486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086521" y="5416831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518500" y="5533742"/>
              <a:ext cx="2270149" cy="142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 (z within person and level)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687392" y="3441939"/>
              <a:ext cx="1626244" cy="1422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true colour (z)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2408365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43970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679576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315181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2681790" y="598056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317396" y="5980501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953001" y="5980620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588607" y="598056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820015" y="1402443"/>
              <a:ext cx="4857572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Tracking, backward: true colour on report (experience; slope = r)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4937760"/>
            <a:chOff x="548640" y="1371600"/>
            <a:chExt cx="5852160" cy="49377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4937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820015" y="4979890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820015" y="4246466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820015" y="3513042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820015" y="2779618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20015" y="2046193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6727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20151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53575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87000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20424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20015" y="1679481"/>
              <a:ext cx="3667121" cy="3667121"/>
            </a:xfrm>
            <a:custGeom>
              <a:avLst/>
              <a:pathLst>
                <a:path w="3667121" h="3667121">
                  <a:moveTo>
                    <a:pt x="0" y="3667121"/>
                  </a:moveTo>
                  <a:lnTo>
                    <a:pt x="0" y="3667121"/>
                  </a:ln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86727" y="2368101"/>
              <a:ext cx="2933697" cy="2289881"/>
            </a:xfrm>
            <a:custGeom>
              <a:avLst/>
              <a:pathLst>
                <a:path w="2933697" h="2289881">
                  <a:moveTo>
                    <a:pt x="0" y="2289881"/>
                  </a:moveTo>
                  <a:lnTo>
                    <a:pt x="101161" y="2210919"/>
                  </a:lnTo>
                  <a:lnTo>
                    <a:pt x="202323" y="2131958"/>
                  </a:lnTo>
                  <a:lnTo>
                    <a:pt x="303485" y="2052997"/>
                  </a:lnTo>
                  <a:lnTo>
                    <a:pt x="404647" y="1974035"/>
                  </a:lnTo>
                  <a:lnTo>
                    <a:pt x="505809" y="1895074"/>
                  </a:lnTo>
                  <a:lnTo>
                    <a:pt x="606971" y="1816112"/>
                  </a:lnTo>
                  <a:lnTo>
                    <a:pt x="708133" y="1737151"/>
                  </a:lnTo>
                  <a:lnTo>
                    <a:pt x="809295" y="1658189"/>
                  </a:lnTo>
                  <a:lnTo>
                    <a:pt x="910457" y="1579228"/>
                  </a:lnTo>
                  <a:lnTo>
                    <a:pt x="1011619" y="1500267"/>
                  </a:lnTo>
                  <a:lnTo>
                    <a:pt x="1112781" y="1421305"/>
                  </a:lnTo>
                  <a:lnTo>
                    <a:pt x="1213943" y="1342344"/>
                  </a:lnTo>
                  <a:lnTo>
                    <a:pt x="1315105" y="1263382"/>
                  </a:lnTo>
                  <a:lnTo>
                    <a:pt x="1416267" y="1184421"/>
                  </a:lnTo>
                  <a:lnTo>
                    <a:pt x="1517429" y="1105459"/>
                  </a:lnTo>
                  <a:lnTo>
                    <a:pt x="1618591" y="1026498"/>
                  </a:lnTo>
                  <a:lnTo>
                    <a:pt x="1719753" y="947537"/>
                  </a:lnTo>
                  <a:lnTo>
                    <a:pt x="1820915" y="868575"/>
                  </a:lnTo>
                  <a:lnTo>
                    <a:pt x="1922077" y="789614"/>
                  </a:lnTo>
                  <a:lnTo>
                    <a:pt x="2023239" y="710652"/>
                  </a:lnTo>
                  <a:lnTo>
                    <a:pt x="2124401" y="631691"/>
                  </a:lnTo>
                  <a:lnTo>
                    <a:pt x="2225563" y="552729"/>
                  </a:lnTo>
                  <a:lnTo>
                    <a:pt x="2326725" y="473768"/>
                  </a:lnTo>
                  <a:lnTo>
                    <a:pt x="2427887" y="394807"/>
                  </a:lnTo>
                  <a:lnTo>
                    <a:pt x="2529049" y="315845"/>
                  </a:lnTo>
                  <a:lnTo>
                    <a:pt x="2630211" y="236884"/>
                  </a:lnTo>
                  <a:lnTo>
                    <a:pt x="2731373" y="157922"/>
                  </a:lnTo>
                  <a:lnTo>
                    <a:pt x="2832535" y="78961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86727" y="2423632"/>
              <a:ext cx="2933697" cy="2178819"/>
            </a:xfrm>
            <a:custGeom>
              <a:avLst/>
              <a:pathLst>
                <a:path w="2933697" h="2178819">
                  <a:moveTo>
                    <a:pt x="0" y="2178819"/>
                  </a:moveTo>
                  <a:lnTo>
                    <a:pt x="101161" y="2103688"/>
                  </a:lnTo>
                  <a:lnTo>
                    <a:pt x="202323" y="2028556"/>
                  </a:lnTo>
                  <a:lnTo>
                    <a:pt x="303485" y="1953424"/>
                  </a:lnTo>
                  <a:lnTo>
                    <a:pt x="404647" y="1878293"/>
                  </a:lnTo>
                  <a:lnTo>
                    <a:pt x="505809" y="1803161"/>
                  </a:lnTo>
                  <a:lnTo>
                    <a:pt x="606971" y="1728029"/>
                  </a:lnTo>
                  <a:lnTo>
                    <a:pt x="708133" y="1652897"/>
                  </a:lnTo>
                  <a:lnTo>
                    <a:pt x="809295" y="1577766"/>
                  </a:lnTo>
                  <a:lnTo>
                    <a:pt x="910457" y="1502634"/>
                  </a:lnTo>
                  <a:lnTo>
                    <a:pt x="1011619" y="1427502"/>
                  </a:lnTo>
                  <a:lnTo>
                    <a:pt x="1112781" y="1352370"/>
                  </a:lnTo>
                  <a:lnTo>
                    <a:pt x="1213943" y="1277239"/>
                  </a:lnTo>
                  <a:lnTo>
                    <a:pt x="1315105" y="1202107"/>
                  </a:lnTo>
                  <a:lnTo>
                    <a:pt x="1416267" y="1126975"/>
                  </a:lnTo>
                  <a:lnTo>
                    <a:pt x="1517429" y="1051844"/>
                  </a:lnTo>
                  <a:lnTo>
                    <a:pt x="1618591" y="976712"/>
                  </a:lnTo>
                  <a:lnTo>
                    <a:pt x="1719753" y="901580"/>
                  </a:lnTo>
                  <a:lnTo>
                    <a:pt x="1820915" y="826448"/>
                  </a:lnTo>
                  <a:lnTo>
                    <a:pt x="1922077" y="751317"/>
                  </a:lnTo>
                  <a:lnTo>
                    <a:pt x="2023239" y="676185"/>
                  </a:lnTo>
                  <a:lnTo>
                    <a:pt x="2124401" y="601053"/>
                  </a:lnTo>
                  <a:lnTo>
                    <a:pt x="2225563" y="525922"/>
                  </a:lnTo>
                  <a:lnTo>
                    <a:pt x="2326725" y="450790"/>
                  </a:lnTo>
                  <a:lnTo>
                    <a:pt x="2427887" y="375658"/>
                  </a:lnTo>
                  <a:lnTo>
                    <a:pt x="2529049" y="300526"/>
                  </a:lnTo>
                  <a:lnTo>
                    <a:pt x="2630211" y="225395"/>
                  </a:lnTo>
                  <a:lnTo>
                    <a:pt x="2731373" y="150263"/>
                  </a:lnTo>
                  <a:lnTo>
                    <a:pt x="2832535" y="75131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86727" y="2399402"/>
              <a:ext cx="2933697" cy="2227280"/>
            </a:xfrm>
            <a:custGeom>
              <a:avLst/>
              <a:pathLst>
                <a:path w="2933697" h="2227280">
                  <a:moveTo>
                    <a:pt x="0" y="2227280"/>
                  </a:moveTo>
                  <a:lnTo>
                    <a:pt x="101161" y="2150477"/>
                  </a:lnTo>
                  <a:lnTo>
                    <a:pt x="202323" y="2073674"/>
                  </a:lnTo>
                  <a:lnTo>
                    <a:pt x="303485" y="1996872"/>
                  </a:lnTo>
                  <a:lnTo>
                    <a:pt x="404647" y="1920069"/>
                  </a:lnTo>
                  <a:lnTo>
                    <a:pt x="505809" y="1843266"/>
                  </a:lnTo>
                  <a:lnTo>
                    <a:pt x="606971" y="1766463"/>
                  </a:lnTo>
                  <a:lnTo>
                    <a:pt x="708133" y="1689660"/>
                  </a:lnTo>
                  <a:lnTo>
                    <a:pt x="809295" y="1612858"/>
                  </a:lnTo>
                  <a:lnTo>
                    <a:pt x="910457" y="1536055"/>
                  </a:lnTo>
                  <a:lnTo>
                    <a:pt x="1011619" y="1459252"/>
                  </a:lnTo>
                  <a:lnTo>
                    <a:pt x="1112781" y="1382449"/>
                  </a:lnTo>
                  <a:lnTo>
                    <a:pt x="1213943" y="1305647"/>
                  </a:lnTo>
                  <a:lnTo>
                    <a:pt x="1315105" y="1228844"/>
                  </a:lnTo>
                  <a:lnTo>
                    <a:pt x="1416267" y="1152041"/>
                  </a:lnTo>
                  <a:lnTo>
                    <a:pt x="1517429" y="1075238"/>
                  </a:lnTo>
                  <a:lnTo>
                    <a:pt x="1618591" y="998436"/>
                  </a:lnTo>
                  <a:lnTo>
                    <a:pt x="1719753" y="921633"/>
                  </a:lnTo>
                  <a:lnTo>
                    <a:pt x="1820915" y="844830"/>
                  </a:lnTo>
                  <a:lnTo>
                    <a:pt x="1922077" y="768027"/>
                  </a:lnTo>
                  <a:lnTo>
                    <a:pt x="2023239" y="691224"/>
                  </a:lnTo>
                  <a:lnTo>
                    <a:pt x="2124401" y="614422"/>
                  </a:lnTo>
                  <a:lnTo>
                    <a:pt x="2225563" y="537619"/>
                  </a:lnTo>
                  <a:lnTo>
                    <a:pt x="2326725" y="460816"/>
                  </a:lnTo>
                  <a:lnTo>
                    <a:pt x="2427887" y="384013"/>
                  </a:lnTo>
                  <a:lnTo>
                    <a:pt x="2529049" y="307211"/>
                  </a:lnTo>
                  <a:lnTo>
                    <a:pt x="2630211" y="230408"/>
                  </a:lnTo>
                  <a:lnTo>
                    <a:pt x="2731373" y="153605"/>
                  </a:lnTo>
                  <a:lnTo>
                    <a:pt x="2832535" y="76802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1893357" y="1708882"/>
              <a:ext cx="1402452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2E7D4F">
                      <a:alpha val="100000"/>
                    </a:srgbClr>
                  </a:solidFill>
                  <a:latin typeface="Calibri"/>
                  <a:cs typeface="Calibri"/>
                </a:rPr>
                <a:t>2 sq.: 0.78 [0.75, 0.81]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893357" y="1943578"/>
              <a:ext cx="1480829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7790F">
                      <a:alpha val="100000"/>
                    </a:srgbClr>
                  </a:solidFill>
                  <a:latin typeface="Calibri"/>
                  <a:cs typeface="Calibri"/>
                </a:rPr>
                <a:t>10 sq.: 0.74 [0.71, 0.77]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893357" y="2178273"/>
              <a:ext cx="1480829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20 sq.: 0.76 [0.73, 0.79]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643284" y="4938070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643284" y="4205300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683885" y="346919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683885" y="2738452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683885" y="2004373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132524" y="5416831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865948" y="5417486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619672" y="54148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353097" y="5417486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086521" y="5416831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1822" y="5533742"/>
              <a:ext cx="2583507" cy="142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(z within person and level)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848015" y="3441604"/>
              <a:ext cx="1304329" cy="142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report (z)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2692264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327870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031281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2965690" y="598056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601296" y="598085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304707" y="598056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820015" y="1402443"/>
              <a:ext cx="4707001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Tracking, forward: report on true colour (experience; slope = r)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4937760"/>
            <a:chOff x="548640" y="1371600"/>
            <a:chExt cx="5852160" cy="49377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4937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820015" y="4979890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820015" y="4246466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820015" y="3513042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820015" y="2779618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20015" y="2046193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6727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20151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53575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87000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20424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20015" y="1679481"/>
              <a:ext cx="3667121" cy="3667121"/>
            </a:xfrm>
            <a:custGeom>
              <a:avLst/>
              <a:pathLst>
                <a:path w="3667121" h="3667121">
                  <a:moveTo>
                    <a:pt x="0" y="3667121"/>
                  </a:moveTo>
                  <a:lnTo>
                    <a:pt x="0" y="3667121"/>
                  </a:ln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86727" y="2368101"/>
              <a:ext cx="2933697" cy="2289881"/>
            </a:xfrm>
            <a:custGeom>
              <a:avLst/>
              <a:pathLst>
                <a:path w="2933697" h="2289881">
                  <a:moveTo>
                    <a:pt x="0" y="2289881"/>
                  </a:moveTo>
                  <a:lnTo>
                    <a:pt x="101161" y="2210919"/>
                  </a:lnTo>
                  <a:lnTo>
                    <a:pt x="202323" y="2131958"/>
                  </a:lnTo>
                  <a:lnTo>
                    <a:pt x="303485" y="2052997"/>
                  </a:lnTo>
                  <a:lnTo>
                    <a:pt x="404647" y="1974035"/>
                  </a:lnTo>
                  <a:lnTo>
                    <a:pt x="505809" y="1895074"/>
                  </a:lnTo>
                  <a:lnTo>
                    <a:pt x="606971" y="1816112"/>
                  </a:lnTo>
                  <a:lnTo>
                    <a:pt x="708133" y="1737151"/>
                  </a:lnTo>
                  <a:lnTo>
                    <a:pt x="809295" y="1658189"/>
                  </a:lnTo>
                  <a:lnTo>
                    <a:pt x="910457" y="1579228"/>
                  </a:lnTo>
                  <a:lnTo>
                    <a:pt x="1011619" y="1500267"/>
                  </a:lnTo>
                  <a:lnTo>
                    <a:pt x="1112781" y="1421305"/>
                  </a:lnTo>
                  <a:lnTo>
                    <a:pt x="1213943" y="1342344"/>
                  </a:lnTo>
                  <a:lnTo>
                    <a:pt x="1315105" y="1263382"/>
                  </a:lnTo>
                  <a:lnTo>
                    <a:pt x="1416267" y="1184421"/>
                  </a:lnTo>
                  <a:lnTo>
                    <a:pt x="1517429" y="1105459"/>
                  </a:lnTo>
                  <a:lnTo>
                    <a:pt x="1618591" y="1026498"/>
                  </a:lnTo>
                  <a:lnTo>
                    <a:pt x="1719753" y="947537"/>
                  </a:lnTo>
                  <a:lnTo>
                    <a:pt x="1820915" y="868575"/>
                  </a:lnTo>
                  <a:lnTo>
                    <a:pt x="1922077" y="789614"/>
                  </a:lnTo>
                  <a:lnTo>
                    <a:pt x="2023239" y="710652"/>
                  </a:lnTo>
                  <a:lnTo>
                    <a:pt x="2124401" y="631691"/>
                  </a:lnTo>
                  <a:lnTo>
                    <a:pt x="2225563" y="552729"/>
                  </a:lnTo>
                  <a:lnTo>
                    <a:pt x="2326725" y="473768"/>
                  </a:lnTo>
                  <a:lnTo>
                    <a:pt x="2427887" y="394807"/>
                  </a:lnTo>
                  <a:lnTo>
                    <a:pt x="2529049" y="315845"/>
                  </a:lnTo>
                  <a:lnTo>
                    <a:pt x="2630211" y="236884"/>
                  </a:lnTo>
                  <a:lnTo>
                    <a:pt x="2731373" y="157922"/>
                  </a:lnTo>
                  <a:lnTo>
                    <a:pt x="2832535" y="78961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86727" y="2423632"/>
              <a:ext cx="2933697" cy="2178819"/>
            </a:xfrm>
            <a:custGeom>
              <a:avLst/>
              <a:pathLst>
                <a:path w="2933697" h="2178819">
                  <a:moveTo>
                    <a:pt x="0" y="2178819"/>
                  </a:moveTo>
                  <a:lnTo>
                    <a:pt x="101161" y="2103688"/>
                  </a:lnTo>
                  <a:lnTo>
                    <a:pt x="202323" y="2028556"/>
                  </a:lnTo>
                  <a:lnTo>
                    <a:pt x="303485" y="1953424"/>
                  </a:lnTo>
                  <a:lnTo>
                    <a:pt x="404647" y="1878293"/>
                  </a:lnTo>
                  <a:lnTo>
                    <a:pt x="505809" y="1803161"/>
                  </a:lnTo>
                  <a:lnTo>
                    <a:pt x="606971" y="1728029"/>
                  </a:lnTo>
                  <a:lnTo>
                    <a:pt x="708133" y="1652897"/>
                  </a:lnTo>
                  <a:lnTo>
                    <a:pt x="809295" y="1577766"/>
                  </a:lnTo>
                  <a:lnTo>
                    <a:pt x="910457" y="1502634"/>
                  </a:lnTo>
                  <a:lnTo>
                    <a:pt x="1011619" y="1427502"/>
                  </a:lnTo>
                  <a:lnTo>
                    <a:pt x="1112781" y="1352370"/>
                  </a:lnTo>
                  <a:lnTo>
                    <a:pt x="1213943" y="1277239"/>
                  </a:lnTo>
                  <a:lnTo>
                    <a:pt x="1315105" y="1202107"/>
                  </a:lnTo>
                  <a:lnTo>
                    <a:pt x="1416267" y="1126975"/>
                  </a:lnTo>
                  <a:lnTo>
                    <a:pt x="1517429" y="1051844"/>
                  </a:lnTo>
                  <a:lnTo>
                    <a:pt x="1618591" y="976712"/>
                  </a:lnTo>
                  <a:lnTo>
                    <a:pt x="1719753" y="901580"/>
                  </a:lnTo>
                  <a:lnTo>
                    <a:pt x="1820915" y="826448"/>
                  </a:lnTo>
                  <a:lnTo>
                    <a:pt x="1922077" y="751317"/>
                  </a:lnTo>
                  <a:lnTo>
                    <a:pt x="2023239" y="676185"/>
                  </a:lnTo>
                  <a:lnTo>
                    <a:pt x="2124401" y="601053"/>
                  </a:lnTo>
                  <a:lnTo>
                    <a:pt x="2225563" y="525922"/>
                  </a:lnTo>
                  <a:lnTo>
                    <a:pt x="2326725" y="450790"/>
                  </a:lnTo>
                  <a:lnTo>
                    <a:pt x="2427887" y="375658"/>
                  </a:lnTo>
                  <a:lnTo>
                    <a:pt x="2529049" y="300526"/>
                  </a:lnTo>
                  <a:lnTo>
                    <a:pt x="2630211" y="225395"/>
                  </a:lnTo>
                  <a:lnTo>
                    <a:pt x="2731373" y="150263"/>
                  </a:lnTo>
                  <a:lnTo>
                    <a:pt x="2832535" y="75131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86727" y="2399402"/>
              <a:ext cx="2933697" cy="2227280"/>
            </a:xfrm>
            <a:custGeom>
              <a:avLst/>
              <a:pathLst>
                <a:path w="2933697" h="2227280">
                  <a:moveTo>
                    <a:pt x="0" y="2227280"/>
                  </a:moveTo>
                  <a:lnTo>
                    <a:pt x="101161" y="2150477"/>
                  </a:lnTo>
                  <a:lnTo>
                    <a:pt x="202323" y="2073674"/>
                  </a:lnTo>
                  <a:lnTo>
                    <a:pt x="303485" y="1996872"/>
                  </a:lnTo>
                  <a:lnTo>
                    <a:pt x="404647" y="1920069"/>
                  </a:lnTo>
                  <a:lnTo>
                    <a:pt x="505809" y="1843266"/>
                  </a:lnTo>
                  <a:lnTo>
                    <a:pt x="606971" y="1766463"/>
                  </a:lnTo>
                  <a:lnTo>
                    <a:pt x="708133" y="1689660"/>
                  </a:lnTo>
                  <a:lnTo>
                    <a:pt x="809295" y="1612858"/>
                  </a:lnTo>
                  <a:lnTo>
                    <a:pt x="910457" y="1536055"/>
                  </a:lnTo>
                  <a:lnTo>
                    <a:pt x="1011619" y="1459252"/>
                  </a:lnTo>
                  <a:lnTo>
                    <a:pt x="1112781" y="1382449"/>
                  </a:lnTo>
                  <a:lnTo>
                    <a:pt x="1213943" y="1305647"/>
                  </a:lnTo>
                  <a:lnTo>
                    <a:pt x="1315105" y="1228844"/>
                  </a:lnTo>
                  <a:lnTo>
                    <a:pt x="1416267" y="1152041"/>
                  </a:lnTo>
                  <a:lnTo>
                    <a:pt x="1517429" y="1075238"/>
                  </a:lnTo>
                  <a:lnTo>
                    <a:pt x="1618591" y="998436"/>
                  </a:lnTo>
                  <a:lnTo>
                    <a:pt x="1719753" y="921633"/>
                  </a:lnTo>
                  <a:lnTo>
                    <a:pt x="1820915" y="844830"/>
                  </a:lnTo>
                  <a:lnTo>
                    <a:pt x="1922077" y="768027"/>
                  </a:lnTo>
                  <a:lnTo>
                    <a:pt x="2023239" y="691224"/>
                  </a:lnTo>
                  <a:lnTo>
                    <a:pt x="2124401" y="614422"/>
                  </a:lnTo>
                  <a:lnTo>
                    <a:pt x="2225563" y="537619"/>
                  </a:lnTo>
                  <a:lnTo>
                    <a:pt x="2326725" y="460816"/>
                  </a:lnTo>
                  <a:lnTo>
                    <a:pt x="2427887" y="384013"/>
                  </a:lnTo>
                  <a:lnTo>
                    <a:pt x="2529049" y="307211"/>
                  </a:lnTo>
                  <a:lnTo>
                    <a:pt x="2630211" y="230408"/>
                  </a:lnTo>
                  <a:lnTo>
                    <a:pt x="2731373" y="153605"/>
                  </a:lnTo>
                  <a:lnTo>
                    <a:pt x="2832535" y="76802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1893357" y="1708882"/>
              <a:ext cx="1402452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2E7D4F">
                      <a:alpha val="100000"/>
                    </a:srgbClr>
                  </a:solidFill>
                  <a:latin typeface="Calibri"/>
                  <a:cs typeface="Calibri"/>
                </a:rPr>
                <a:t>2 sq.: 0.78 [0.75, 0.81]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893357" y="1943578"/>
              <a:ext cx="1480829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7790F">
                      <a:alpha val="100000"/>
                    </a:srgbClr>
                  </a:solidFill>
                  <a:latin typeface="Calibri"/>
                  <a:cs typeface="Calibri"/>
                </a:rPr>
                <a:t>10 sq.: 0.74 [0.71, 0.77]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893357" y="2178273"/>
              <a:ext cx="1480829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20 sq.: 0.76 [0.73, 0.79]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643284" y="4938070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643284" y="4205300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683885" y="346919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683885" y="2738452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683885" y="2004373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132524" y="5416831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865948" y="5417486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619672" y="54148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353097" y="5417486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086521" y="5416831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518500" y="5533742"/>
              <a:ext cx="2270149" cy="142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 (z within person and level)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687392" y="3441939"/>
              <a:ext cx="1626244" cy="1422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true colour (z)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2692264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327870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031281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2965690" y="598056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601296" y="598085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304707" y="598056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820015" y="1402443"/>
              <a:ext cx="4857572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Tracking, backward: true colour on report (experience; slope = r)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4937760"/>
            <a:chOff x="548640" y="1371600"/>
            <a:chExt cx="5852160" cy="49377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4937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820015" y="4979890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820015" y="4246466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820015" y="3513042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820015" y="2779618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20015" y="2046193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6727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20151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53575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87000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20424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20015" y="1679481"/>
              <a:ext cx="3667121" cy="3667121"/>
            </a:xfrm>
            <a:custGeom>
              <a:avLst/>
              <a:pathLst>
                <a:path w="3667121" h="3667121">
                  <a:moveTo>
                    <a:pt x="0" y="3667121"/>
                  </a:moveTo>
                  <a:lnTo>
                    <a:pt x="0" y="3667121"/>
                  </a:ln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86727" y="2374799"/>
              <a:ext cx="2933697" cy="2276486"/>
            </a:xfrm>
            <a:custGeom>
              <a:avLst/>
              <a:pathLst>
                <a:path w="2933697" h="2276486">
                  <a:moveTo>
                    <a:pt x="0" y="2276486"/>
                  </a:moveTo>
                  <a:lnTo>
                    <a:pt x="101161" y="2197987"/>
                  </a:lnTo>
                  <a:lnTo>
                    <a:pt x="202323" y="2119487"/>
                  </a:lnTo>
                  <a:lnTo>
                    <a:pt x="303485" y="2040988"/>
                  </a:lnTo>
                  <a:lnTo>
                    <a:pt x="404647" y="1962488"/>
                  </a:lnTo>
                  <a:lnTo>
                    <a:pt x="505809" y="1883989"/>
                  </a:lnTo>
                  <a:lnTo>
                    <a:pt x="606971" y="1805489"/>
                  </a:lnTo>
                  <a:lnTo>
                    <a:pt x="708133" y="1726989"/>
                  </a:lnTo>
                  <a:lnTo>
                    <a:pt x="809295" y="1648490"/>
                  </a:lnTo>
                  <a:lnTo>
                    <a:pt x="910457" y="1569990"/>
                  </a:lnTo>
                  <a:lnTo>
                    <a:pt x="1011619" y="1491491"/>
                  </a:lnTo>
                  <a:lnTo>
                    <a:pt x="1112781" y="1412991"/>
                  </a:lnTo>
                  <a:lnTo>
                    <a:pt x="1213943" y="1334492"/>
                  </a:lnTo>
                  <a:lnTo>
                    <a:pt x="1315105" y="1255992"/>
                  </a:lnTo>
                  <a:lnTo>
                    <a:pt x="1416267" y="1177493"/>
                  </a:lnTo>
                  <a:lnTo>
                    <a:pt x="1517429" y="1098993"/>
                  </a:lnTo>
                  <a:lnTo>
                    <a:pt x="1618591" y="1020494"/>
                  </a:lnTo>
                  <a:lnTo>
                    <a:pt x="1719753" y="941994"/>
                  </a:lnTo>
                  <a:lnTo>
                    <a:pt x="1820915" y="863494"/>
                  </a:lnTo>
                  <a:lnTo>
                    <a:pt x="1922077" y="784995"/>
                  </a:lnTo>
                  <a:lnTo>
                    <a:pt x="2023239" y="706495"/>
                  </a:lnTo>
                  <a:lnTo>
                    <a:pt x="2124401" y="627996"/>
                  </a:lnTo>
                  <a:lnTo>
                    <a:pt x="2225563" y="549496"/>
                  </a:lnTo>
                  <a:lnTo>
                    <a:pt x="2326725" y="470997"/>
                  </a:lnTo>
                  <a:lnTo>
                    <a:pt x="2427887" y="392497"/>
                  </a:lnTo>
                  <a:lnTo>
                    <a:pt x="2529049" y="313998"/>
                  </a:lnTo>
                  <a:lnTo>
                    <a:pt x="2630211" y="235498"/>
                  </a:lnTo>
                  <a:lnTo>
                    <a:pt x="2731373" y="156999"/>
                  </a:lnTo>
                  <a:lnTo>
                    <a:pt x="2832535" y="78499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86727" y="2394553"/>
              <a:ext cx="2933697" cy="2236978"/>
            </a:xfrm>
            <a:custGeom>
              <a:avLst/>
              <a:pathLst>
                <a:path w="2933697" h="2236978">
                  <a:moveTo>
                    <a:pt x="0" y="2236978"/>
                  </a:moveTo>
                  <a:lnTo>
                    <a:pt x="101161" y="2159841"/>
                  </a:lnTo>
                  <a:lnTo>
                    <a:pt x="202323" y="2082704"/>
                  </a:lnTo>
                  <a:lnTo>
                    <a:pt x="303485" y="2005566"/>
                  </a:lnTo>
                  <a:lnTo>
                    <a:pt x="404647" y="1928429"/>
                  </a:lnTo>
                  <a:lnTo>
                    <a:pt x="505809" y="1851292"/>
                  </a:lnTo>
                  <a:lnTo>
                    <a:pt x="606971" y="1774155"/>
                  </a:lnTo>
                  <a:lnTo>
                    <a:pt x="708133" y="1697018"/>
                  </a:lnTo>
                  <a:lnTo>
                    <a:pt x="809295" y="1619881"/>
                  </a:lnTo>
                  <a:lnTo>
                    <a:pt x="910457" y="1542743"/>
                  </a:lnTo>
                  <a:lnTo>
                    <a:pt x="1011619" y="1465606"/>
                  </a:lnTo>
                  <a:lnTo>
                    <a:pt x="1112781" y="1388469"/>
                  </a:lnTo>
                  <a:lnTo>
                    <a:pt x="1213943" y="1311332"/>
                  </a:lnTo>
                  <a:lnTo>
                    <a:pt x="1315105" y="1234195"/>
                  </a:lnTo>
                  <a:lnTo>
                    <a:pt x="1416267" y="1157057"/>
                  </a:lnTo>
                  <a:lnTo>
                    <a:pt x="1517429" y="1079920"/>
                  </a:lnTo>
                  <a:lnTo>
                    <a:pt x="1618591" y="1002783"/>
                  </a:lnTo>
                  <a:lnTo>
                    <a:pt x="1719753" y="925646"/>
                  </a:lnTo>
                  <a:lnTo>
                    <a:pt x="1820915" y="848509"/>
                  </a:lnTo>
                  <a:lnTo>
                    <a:pt x="1922077" y="771371"/>
                  </a:lnTo>
                  <a:lnTo>
                    <a:pt x="2023239" y="694234"/>
                  </a:lnTo>
                  <a:lnTo>
                    <a:pt x="2124401" y="617097"/>
                  </a:lnTo>
                  <a:lnTo>
                    <a:pt x="2225563" y="539960"/>
                  </a:lnTo>
                  <a:lnTo>
                    <a:pt x="2326725" y="462823"/>
                  </a:lnTo>
                  <a:lnTo>
                    <a:pt x="2427887" y="385685"/>
                  </a:lnTo>
                  <a:lnTo>
                    <a:pt x="2529049" y="308548"/>
                  </a:lnTo>
                  <a:lnTo>
                    <a:pt x="2630211" y="231411"/>
                  </a:lnTo>
                  <a:lnTo>
                    <a:pt x="2731373" y="154274"/>
                  </a:lnTo>
                  <a:lnTo>
                    <a:pt x="2832535" y="77137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86727" y="2373736"/>
              <a:ext cx="2933697" cy="2278612"/>
            </a:xfrm>
            <a:custGeom>
              <a:avLst/>
              <a:pathLst>
                <a:path w="2933697" h="2278612">
                  <a:moveTo>
                    <a:pt x="0" y="2278612"/>
                  </a:moveTo>
                  <a:lnTo>
                    <a:pt x="101161" y="2200039"/>
                  </a:lnTo>
                  <a:lnTo>
                    <a:pt x="202323" y="2121466"/>
                  </a:lnTo>
                  <a:lnTo>
                    <a:pt x="303485" y="2042893"/>
                  </a:lnTo>
                  <a:lnTo>
                    <a:pt x="404647" y="1964320"/>
                  </a:lnTo>
                  <a:lnTo>
                    <a:pt x="505809" y="1885747"/>
                  </a:lnTo>
                  <a:lnTo>
                    <a:pt x="606971" y="1807175"/>
                  </a:lnTo>
                  <a:lnTo>
                    <a:pt x="708133" y="1728602"/>
                  </a:lnTo>
                  <a:lnTo>
                    <a:pt x="809295" y="1650029"/>
                  </a:lnTo>
                  <a:lnTo>
                    <a:pt x="910457" y="1571456"/>
                  </a:lnTo>
                  <a:lnTo>
                    <a:pt x="1011619" y="1492883"/>
                  </a:lnTo>
                  <a:lnTo>
                    <a:pt x="1112781" y="1414310"/>
                  </a:lnTo>
                  <a:lnTo>
                    <a:pt x="1213943" y="1335738"/>
                  </a:lnTo>
                  <a:lnTo>
                    <a:pt x="1315105" y="1257165"/>
                  </a:lnTo>
                  <a:lnTo>
                    <a:pt x="1416267" y="1178592"/>
                  </a:lnTo>
                  <a:lnTo>
                    <a:pt x="1517429" y="1100019"/>
                  </a:lnTo>
                  <a:lnTo>
                    <a:pt x="1618591" y="1021446"/>
                  </a:lnTo>
                  <a:lnTo>
                    <a:pt x="1719753" y="942873"/>
                  </a:lnTo>
                  <a:lnTo>
                    <a:pt x="1820915" y="864301"/>
                  </a:lnTo>
                  <a:lnTo>
                    <a:pt x="1922077" y="785728"/>
                  </a:lnTo>
                  <a:lnTo>
                    <a:pt x="2023239" y="707155"/>
                  </a:lnTo>
                  <a:lnTo>
                    <a:pt x="2124401" y="628582"/>
                  </a:lnTo>
                  <a:lnTo>
                    <a:pt x="2225563" y="550009"/>
                  </a:lnTo>
                  <a:lnTo>
                    <a:pt x="2326725" y="471436"/>
                  </a:lnTo>
                  <a:lnTo>
                    <a:pt x="2427887" y="392864"/>
                  </a:lnTo>
                  <a:lnTo>
                    <a:pt x="2529049" y="314291"/>
                  </a:lnTo>
                  <a:lnTo>
                    <a:pt x="2630211" y="235718"/>
                  </a:lnTo>
                  <a:lnTo>
                    <a:pt x="2731373" y="157145"/>
                  </a:lnTo>
                  <a:lnTo>
                    <a:pt x="2832535" y="78572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1893357" y="1708882"/>
              <a:ext cx="1402452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2E7D4F">
                      <a:alpha val="100000"/>
                    </a:srgbClr>
                  </a:solidFill>
                  <a:latin typeface="Calibri"/>
                  <a:cs typeface="Calibri"/>
                </a:rPr>
                <a:t>2 sq.: 0.78 [0.73, 0.82]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893357" y="1943578"/>
              <a:ext cx="1480829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7790F">
                      <a:alpha val="100000"/>
                    </a:srgbClr>
                  </a:solidFill>
                  <a:latin typeface="Calibri"/>
                  <a:cs typeface="Calibri"/>
                </a:rPr>
                <a:t>10 sq.: 0.76 [0.71, 0.81]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893357" y="2178273"/>
              <a:ext cx="1480829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20 sq.: 0.78 [0.73, 0.82]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643284" y="4938070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643284" y="4205300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683885" y="346919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683885" y="2738452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683885" y="2004373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132524" y="5416831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865948" y="5417486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619672" y="54148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353097" y="5417486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086521" y="5416831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1822" y="5533742"/>
              <a:ext cx="2583507" cy="142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(z within person and level)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848015" y="3441604"/>
              <a:ext cx="1304329" cy="142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report (z)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2692264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327870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031281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2965690" y="598056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601296" y="598085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304707" y="598056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820015" y="1402443"/>
              <a:ext cx="4707001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Tracking, forward: report on true colour (experience; slope = r)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4937760"/>
            <a:chOff x="548640" y="1371600"/>
            <a:chExt cx="5852160" cy="49377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4937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820015" y="4979890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820015" y="4246466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820015" y="3513042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820015" y="2779618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20015" y="2046193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6727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20151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53575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87000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20424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20015" y="1679481"/>
              <a:ext cx="3667121" cy="3667121"/>
            </a:xfrm>
            <a:custGeom>
              <a:avLst/>
              <a:pathLst>
                <a:path w="3667121" h="3667121">
                  <a:moveTo>
                    <a:pt x="0" y="3667121"/>
                  </a:moveTo>
                  <a:lnTo>
                    <a:pt x="0" y="3667121"/>
                  </a:ln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86727" y="2374799"/>
              <a:ext cx="2933697" cy="2276486"/>
            </a:xfrm>
            <a:custGeom>
              <a:avLst/>
              <a:pathLst>
                <a:path w="2933697" h="2276486">
                  <a:moveTo>
                    <a:pt x="0" y="2276486"/>
                  </a:moveTo>
                  <a:lnTo>
                    <a:pt x="101161" y="2197987"/>
                  </a:lnTo>
                  <a:lnTo>
                    <a:pt x="202323" y="2119487"/>
                  </a:lnTo>
                  <a:lnTo>
                    <a:pt x="303485" y="2040988"/>
                  </a:lnTo>
                  <a:lnTo>
                    <a:pt x="404647" y="1962488"/>
                  </a:lnTo>
                  <a:lnTo>
                    <a:pt x="505809" y="1883989"/>
                  </a:lnTo>
                  <a:lnTo>
                    <a:pt x="606971" y="1805489"/>
                  </a:lnTo>
                  <a:lnTo>
                    <a:pt x="708133" y="1726989"/>
                  </a:lnTo>
                  <a:lnTo>
                    <a:pt x="809295" y="1648490"/>
                  </a:lnTo>
                  <a:lnTo>
                    <a:pt x="910457" y="1569990"/>
                  </a:lnTo>
                  <a:lnTo>
                    <a:pt x="1011619" y="1491491"/>
                  </a:lnTo>
                  <a:lnTo>
                    <a:pt x="1112781" y="1412991"/>
                  </a:lnTo>
                  <a:lnTo>
                    <a:pt x="1213943" y="1334492"/>
                  </a:lnTo>
                  <a:lnTo>
                    <a:pt x="1315105" y="1255992"/>
                  </a:lnTo>
                  <a:lnTo>
                    <a:pt x="1416267" y="1177493"/>
                  </a:lnTo>
                  <a:lnTo>
                    <a:pt x="1517429" y="1098993"/>
                  </a:lnTo>
                  <a:lnTo>
                    <a:pt x="1618591" y="1020494"/>
                  </a:lnTo>
                  <a:lnTo>
                    <a:pt x="1719753" y="941994"/>
                  </a:lnTo>
                  <a:lnTo>
                    <a:pt x="1820915" y="863494"/>
                  </a:lnTo>
                  <a:lnTo>
                    <a:pt x="1922077" y="784995"/>
                  </a:lnTo>
                  <a:lnTo>
                    <a:pt x="2023239" y="706495"/>
                  </a:lnTo>
                  <a:lnTo>
                    <a:pt x="2124401" y="627996"/>
                  </a:lnTo>
                  <a:lnTo>
                    <a:pt x="2225563" y="549496"/>
                  </a:lnTo>
                  <a:lnTo>
                    <a:pt x="2326725" y="470997"/>
                  </a:lnTo>
                  <a:lnTo>
                    <a:pt x="2427887" y="392497"/>
                  </a:lnTo>
                  <a:lnTo>
                    <a:pt x="2529049" y="313998"/>
                  </a:lnTo>
                  <a:lnTo>
                    <a:pt x="2630211" y="235498"/>
                  </a:lnTo>
                  <a:lnTo>
                    <a:pt x="2731373" y="156999"/>
                  </a:lnTo>
                  <a:lnTo>
                    <a:pt x="2832535" y="78499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86727" y="2394553"/>
              <a:ext cx="2933697" cy="2236978"/>
            </a:xfrm>
            <a:custGeom>
              <a:avLst/>
              <a:pathLst>
                <a:path w="2933697" h="2236978">
                  <a:moveTo>
                    <a:pt x="0" y="2236978"/>
                  </a:moveTo>
                  <a:lnTo>
                    <a:pt x="101161" y="2159841"/>
                  </a:lnTo>
                  <a:lnTo>
                    <a:pt x="202323" y="2082704"/>
                  </a:lnTo>
                  <a:lnTo>
                    <a:pt x="303485" y="2005566"/>
                  </a:lnTo>
                  <a:lnTo>
                    <a:pt x="404647" y="1928429"/>
                  </a:lnTo>
                  <a:lnTo>
                    <a:pt x="505809" y="1851292"/>
                  </a:lnTo>
                  <a:lnTo>
                    <a:pt x="606971" y="1774155"/>
                  </a:lnTo>
                  <a:lnTo>
                    <a:pt x="708133" y="1697018"/>
                  </a:lnTo>
                  <a:lnTo>
                    <a:pt x="809295" y="1619881"/>
                  </a:lnTo>
                  <a:lnTo>
                    <a:pt x="910457" y="1542743"/>
                  </a:lnTo>
                  <a:lnTo>
                    <a:pt x="1011619" y="1465606"/>
                  </a:lnTo>
                  <a:lnTo>
                    <a:pt x="1112781" y="1388469"/>
                  </a:lnTo>
                  <a:lnTo>
                    <a:pt x="1213943" y="1311332"/>
                  </a:lnTo>
                  <a:lnTo>
                    <a:pt x="1315105" y="1234195"/>
                  </a:lnTo>
                  <a:lnTo>
                    <a:pt x="1416267" y="1157057"/>
                  </a:lnTo>
                  <a:lnTo>
                    <a:pt x="1517429" y="1079920"/>
                  </a:lnTo>
                  <a:lnTo>
                    <a:pt x="1618591" y="1002783"/>
                  </a:lnTo>
                  <a:lnTo>
                    <a:pt x="1719753" y="925646"/>
                  </a:lnTo>
                  <a:lnTo>
                    <a:pt x="1820915" y="848509"/>
                  </a:lnTo>
                  <a:lnTo>
                    <a:pt x="1922077" y="771371"/>
                  </a:lnTo>
                  <a:lnTo>
                    <a:pt x="2023239" y="694234"/>
                  </a:lnTo>
                  <a:lnTo>
                    <a:pt x="2124401" y="617097"/>
                  </a:lnTo>
                  <a:lnTo>
                    <a:pt x="2225563" y="539960"/>
                  </a:lnTo>
                  <a:lnTo>
                    <a:pt x="2326725" y="462823"/>
                  </a:lnTo>
                  <a:lnTo>
                    <a:pt x="2427887" y="385685"/>
                  </a:lnTo>
                  <a:lnTo>
                    <a:pt x="2529049" y="308548"/>
                  </a:lnTo>
                  <a:lnTo>
                    <a:pt x="2630211" y="231411"/>
                  </a:lnTo>
                  <a:lnTo>
                    <a:pt x="2731373" y="154274"/>
                  </a:lnTo>
                  <a:lnTo>
                    <a:pt x="2832535" y="77137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86727" y="2373736"/>
              <a:ext cx="2933697" cy="2278612"/>
            </a:xfrm>
            <a:custGeom>
              <a:avLst/>
              <a:pathLst>
                <a:path w="2933697" h="2278612">
                  <a:moveTo>
                    <a:pt x="0" y="2278612"/>
                  </a:moveTo>
                  <a:lnTo>
                    <a:pt x="101161" y="2200039"/>
                  </a:lnTo>
                  <a:lnTo>
                    <a:pt x="202323" y="2121466"/>
                  </a:lnTo>
                  <a:lnTo>
                    <a:pt x="303485" y="2042893"/>
                  </a:lnTo>
                  <a:lnTo>
                    <a:pt x="404647" y="1964320"/>
                  </a:lnTo>
                  <a:lnTo>
                    <a:pt x="505809" y="1885747"/>
                  </a:lnTo>
                  <a:lnTo>
                    <a:pt x="606971" y="1807175"/>
                  </a:lnTo>
                  <a:lnTo>
                    <a:pt x="708133" y="1728602"/>
                  </a:lnTo>
                  <a:lnTo>
                    <a:pt x="809295" y="1650029"/>
                  </a:lnTo>
                  <a:lnTo>
                    <a:pt x="910457" y="1571456"/>
                  </a:lnTo>
                  <a:lnTo>
                    <a:pt x="1011619" y="1492883"/>
                  </a:lnTo>
                  <a:lnTo>
                    <a:pt x="1112781" y="1414310"/>
                  </a:lnTo>
                  <a:lnTo>
                    <a:pt x="1213943" y="1335738"/>
                  </a:lnTo>
                  <a:lnTo>
                    <a:pt x="1315105" y="1257165"/>
                  </a:lnTo>
                  <a:lnTo>
                    <a:pt x="1416267" y="1178592"/>
                  </a:lnTo>
                  <a:lnTo>
                    <a:pt x="1517429" y="1100019"/>
                  </a:lnTo>
                  <a:lnTo>
                    <a:pt x="1618591" y="1021446"/>
                  </a:lnTo>
                  <a:lnTo>
                    <a:pt x="1719753" y="942873"/>
                  </a:lnTo>
                  <a:lnTo>
                    <a:pt x="1820915" y="864301"/>
                  </a:lnTo>
                  <a:lnTo>
                    <a:pt x="1922077" y="785728"/>
                  </a:lnTo>
                  <a:lnTo>
                    <a:pt x="2023239" y="707155"/>
                  </a:lnTo>
                  <a:lnTo>
                    <a:pt x="2124401" y="628582"/>
                  </a:lnTo>
                  <a:lnTo>
                    <a:pt x="2225563" y="550009"/>
                  </a:lnTo>
                  <a:lnTo>
                    <a:pt x="2326725" y="471436"/>
                  </a:lnTo>
                  <a:lnTo>
                    <a:pt x="2427887" y="392864"/>
                  </a:lnTo>
                  <a:lnTo>
                    <a:pt x="2529049" y="314291"/>
                  </a:lnTo>
                  <a:lnTo>
                    <a:pt x="2630211" y="235718"/>
                  </a:lnTo>
                  <a:lnTo>
                    <a:pt x="2731373" y="157145"/>
                  </a:lnTo>
                  <a:lnTo>
                    <a:pt x="2832535" y="78572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1893357" y="1708882"/>
              <a:ext cx="1402452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2E7D4F">
                      <a:alpha val="100000"/>
                    </a:srgbClr>
                  </a:solidFill>
                  <a:latin typeface="Calibri"/>
                  <a:cs typeface="Calibri"/>
                </a:rPr>
                <a:t>2 sq.: 0.78 [0.73, 0.82]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893357" y="1943578"/>
              <a:ext cx="1480829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7790F">
                      <a:alpha val="100000"/>
                    </a:srgbClr>
                  </a:solidFill>
                  <a:latin typeface="Calibri"/>
                  <a:cs typeface="Calibri"/>
                </a:rPr>
                <a:t>10 sq.: 0.76 [0.71, 0.81]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893357" y="2178273"/>
              <a:ext cx="1480829" cy="131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20 sq.: 0.78 [0.73, 0.82]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643284" y="4938070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643284" y="4205300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683885" y="346919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683885" y="2738452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683885" y="2004373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132524" y="5416831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865948" y="5417486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619672" y="54148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353097" y="5417486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086521" y="5416831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518500" y="5533742"/>
              <a:ext cx="2270149" cy="142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 (z within person and level)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687392" y="3441939"/>
              <a:ext cx="1626244" cy="1422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true colour (z)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2692264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327870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031281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2965690" y="598056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601296" y="598085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304707" y="598056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820015" y="1402443"/>
              <a:ext cx="4857572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Tracking, backward: true colour on report (experience; slope = r)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4937760"/>
            <a:chOff x="548640" y="1371600"/>
            <a:chExt cx="5852160" cy="49377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4937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820015" y="4979890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820015" y="4246466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820015" y="3513042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820015" y="2779618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20015" y="2046193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6727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20151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53575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87000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20424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20015" y="1679481"/>
              <a:ext cx="3667121" cy="3667121"/>
            </a:xfrm>
            <a:custGeom>
              <a:avLst/>
              <a:pathLst>
                <a:path w="3667121" h="3667121">
                  <a:moveTo>
                    <a:pt x="0" y="3667121"/>
                  </a:moveTo>
                  <a:lnTo>
                    <a:pt x="0" y="3667121"/>
                  </a:ln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86727" y="2314859"/>
              <a:ext cx="2933697" cy="2396365"/>
            </a:xfrm>
            <a:custGeom>
              <a:avLst/>
              <a:pathLst>
                <a:path w="2933697" h="2396365">
                  <a:moveTo>
                    <a:pt x="0" y="2396365"/>
                  </a:moveTo>
                  <a:lnTo>
                    <a:pt x="101161" y="2313732"/>
                  </a:lnTo>
                  <a:lnTo>
                    <a:pt x="202323" y="2231098"/>
                  </a:lnTo>
                  <a:lnTo>
                    <a:pt x="303485" y="2148465"/>
                  </a:lnTo>
                  <a:lnTo>
                    <a:pt x="404647" y="2065832"/>
                  </a:lnTo>
                  <a:lnTo>
                    <a:pt x="505809" y="1983199"/>
                  </a:lnTo>
                  <a:lnTo>
                    <a:pt x="606971" y="1900565"/>
                  </a:lnTo>
                  <a:lnTo>
                    <a:pt x="708133" y="1817932"/>
                  </a:lnTo>
                  <a:lnTo>
                    <a:pt x="809295" y="1735299"/>
                  </a:lnTo>
                  <a:lnTo>
                    <a:pt x="910457" y="1652665"/>
                  </a:lnTo>
                  <a:lnTo>
                    <a:pt x="1011619" y="1570032"/>
                  </a:lnTo>
                  <a:lnTo>
                    <a:pt x="1112781" y="1487399"/>
                  </a:lnTo>
                  <a:lnTo>
                    <a:pt x="1213943" y="1404765"/>
                  </a:lnTo>
                  <a:lnTo>
                    <a:pt x="1315105" y="1322132"/>
                  </a:lnTo>
                  <a:lnTo>
                    <a:pt x="1416267" y="1239499"/>
                  </a:lnTo>
                  <a:lnTo>
                    <a:pt x="1517429" y="1156866"/>
                  </a:lnTo>
                  <a:lnTo>
                    <a:pt x="1618591" y="1074232"/>
                  </a:lnTo>
                  <a:lnTo>
                    <a:pt x="1719753" y="991599"/>
                  </a:lnTo>
                  <a:lnTo>
                    <a:pt x="1820915" y="908966"/>
                  </a:lnTo>
                  <a:lnTo>
                    <a:pt x="1922077" y="826332"/>
                  </a:lnTo>
                  <a:lnTo>
                    <a:pt x="2023239" y="743699"/>
                  </a:lnTo>
                  <a:lnTo>
                    <a:pt x="2124401" y="661066"/>
                  </a:lnTo>
                  <a:lnTo>
                    <a:pt x="2225563" y="578433"/>
                  </a:lnTo>
                  <a:lnTo>
                    <a:pt x="2326725" y="495799"/>
                  </a:lnTo>
                  <a:lnTo>
                    <a:pt x="2427887" y="413166"/>
                  </a:lnTo>
                  <a:lnTo>
                    <a:pt x="2529049" y="330533"/>
                  </a:lnTo>
                  <a:lnTo>
                    <a:pt x="2630211" y="247899"/>
                  </a:lnTo>
                  <a:lnTo>
                    <a:pt x="2731373" y="165266"/>
                  </a:lnTo>
                  <a:lnTo>
                    <a:pt x="2832535" y="82633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86727" y="2398747"/>
              <a:ext cx="2933697" cy="2228590"/>
            </a:xfrm>
            <a:custGeom>
              <a:avLst/>
              <a:pathLst>
                <a:path w="2933697" h="2228590">
                  <a:moveTo>
                    <a:pt x="0" y="2228590"/>
                  </a:moveTo>
                  <a:lnTo>
                    <a:pt x="101161" y="2151742"/>
                  </a:lnTo>
                  <a:lnTo>
                    <a:pt x="202323" y="2074894"/>
                  </a:lnTo>
                  <a:lnTo>
                    <a:pt x="303485" y="1998046"/>
                  </a:lnTo>
                  <a:lnTo>
                    <a:pt x="404647" y="1921198"/>
                  </a:lnTo>
                  <a:lnTo>
                    <a:pt x="505809" y="1844351"/>
                  </a:lnTo>
                  <a:lnTo>
                    <a:pt x="606971" y="1767503"/>
                  </a:lnTo>
                  <a:lnTo>
                    <a:pt x="708133" y="1690655"/>
                  </a:lnTo>
                  <a:lnTo>
                    <a:pt x="809295" y="1613807"/>
                  </a:lnTo>
                  <a:lnTo>
                    <a:pt x="910457" y="1536959"/>
                  </a:lnTo>
                  <a:lnTo>
                    <a:pt x="1011619" y="1460111"/>
                  </a:lnTo>
                  <a:lnTo>
                    <a:pt x="1112781" y="1383263"/>
                  </a:lnTo>
                  <a:lnTo>
                    <a:pt x="1213943" y="1306415"/>
                  </a:lnTo>
                  <a:lnTo>
                    <a:pt x="1315105" y="1229567"/>
                  </a:lnTo>
                  <a:lnTo>
                    <a:pt x="1416267" y="1152719"/>
                  </a:lnTo>
                  <a:lnTo>
                    <a:pt x="1517429" y="1075871"/>
                  </a:lnTo>
                  <a:lnTo>
                    <a:pt x="1618591" y="999023"/>
                  </a:lnTo>
                  <a:lnTo>
                    <a:pt x="1719753" y="922175"/>
                  </a:lnTo>
                  <a:lnTo>
                    <a:pt x="1820915" y="845327"/>
                  </a:lnTo>
                  <a:lnTo>
                    <a:pt x="1922077" y="768479"/>
                  </a:lnTo>
                  <a:lnTo>
                    <a:pt x="2023239" y="691631"/>
                  </a:lnTo>
                  <a:lnTo>
                    <a:pt x="2124401" y="614783"/>
                  </a:lnTo>
                  <a:lnTo>
                    <a:pt x="2225563" y="537935"/>
                  </a:lnTo>
                  <a:lnTo>
                    <a:pt x="2326725" y="461087"/>
                  </a:lnTo>
                  <a:lnTo>
                    <a:pt x="2427887" y="384239"/>
                  </a:lnTo>
                  <a:lnTo>
                    <a:pt x="2529049" y="307391"/>
                  </a:lnTo>
                  <a:lnTo>
                    <a:pt x="2630211" y="230543"/>
                  </a:lnTo>
                  <a:lnTo>
                    <a:pt x="2731373" y="153695"/>
                  </a:lnTo>
                  <a:lnTo>
                    <a:pt x="2832535" y="76847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86727" y="2492855"/>
              <a:ext cx="2933697" cy="2040374"/>
            </a:xfrm>
            <a:custGeom>
              <a:avLst/>
              <a:pathLst>
                <a:path w="2933697" h="2040374">
                  <a:moveTo>
                    <a:pt x="0" y="2040374"/>
                  </a:moveTo>
                  <a:lnTo>
                    <a:pt x="101161" y="1970016"/>
                  </a:lnTo>
                  <a:lnTo>
                    <a:pt x="202323" y="1899658"/>
                  </a:lnTo>
                  <a:lnTo>
                    <a:pt x="303485" y="1829301"/>
                  </a:lnTo>
                  <a:lnTo>
                    <a:pt x="404647" y="1758943"/>
                  </a:lnTo>
                  <a:lnTo>
                    <a:pt x="505809" y="1688585"/>
                  </a:lnTo>
                  <a:lnTo>
                    <a:pt x="606971" y="1618227"/>
                  </a:lnTo>
                  <a:lnTo>
                    <a:pt x="708133" y="1547870"/>
                  </a:lnTo>
                  <a:lnTo>
                    <a:pt x="809295" y="1477512"/>
                  </a:lnTo>
                  <a:lnTo>
                    <a:pt x="910457" y="1407154"/>
                  </a:lnTo>
                  <a:lnTo>
                    <a:pt x="1011619" y="1336796"/>
                  </a:lnTo>
                  <a:lnTo>
                    <a:pt x="1112781" y="1266439"/>
                  </a:lnTo>
                  <a:lnTo>
                    <a:pt x="1213943" y="1196081"/>
                  </a:lnTo>
                  <a:lnTo>
                    <a:pt x="1315105" y="1125723"/>
                  </a:lnTo>
                  <a:lnTo>
                    <a:pt x="1416267" y="1055366"/>
                  </a:lnTo>
                  <a:lnTo>
                    <a:pt x="1517429" y="985008"/>
                  </a:lnTo>
                  <a:lnTo>
                    <a:pt x="1618591" y="914650"/>
                  </a:lnTo>
                  <a:lnTo>
                    <a:pt x="1719753" y="844292"/>
                  </a:lnTo>
                  <a:lnTo>
                    <a:pt x="1820915" y="773935"/>
                  </a:lnTo>
                  <a:lnTo>
                    <a:pt x="1922077" y="703577"/>
                  </a:lnTo>
                  <a:lnTo>
                    <a:pt x="2023239" y="633219"/>
                  </a:lnTo>
                  <a:lnTo>
                    <a:pt x="2124401" y="562861"/>
                  </a:lnTo>
                  <a:lnTo>
                    <a:pt x="2225563" y="492504"/>
                  </a:lnTo>
                  <a:lnTo>
                    <a:pt x="2326725" y="422146"/>
                  </a:lnTo>
                  <a:lnTo>
                    <a:pt x="2427887" y="351788"/>
                  </a:lnTo>
                  <a:lnTo>
                    <a:pt x="2529049" y="281430"/>
                  </a:lnTo>
                  <a:lnTo>
                    <a:pt x="2630211" y="211073"/>
                  </a:lnTo>
                  <a:lnTo>
                    <a:pt x="2731373" y="140715"/>
                  </a:lnTo>
                  <a:lnTo>
                    <a:pt x="2832535" y="70357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1893357" y="1708469"/>
              <a:ext cx="1410228" cy="131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2E7D4F">
                      <a:alpha val="100000"/>
                    </a:srgbClr>
                  </a:solidFill>
                  <a:latin typeface="Calibri"/>
                  <a:cs typeface="Calibri"/>
                </a:rPr>
                <a:t>SD 3: 0.82 [0.78, 0.85]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893357" y="1943165"/>
              <a:ext cx="1410228" cy="131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7790F">
                      <a:alpha val="100000"/>
                    </a:srgbClr>
                  </a:solidFill>
                  <a:latin typeface="Calibri"/>
                  <a:cs typeface="Calibri"/>
                </a:rPr>
                <a:t>SD 5: 0.76 [0.73, 0.79]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893357" y="2177861"/>
              <a:ext cx="1410228" cy="131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SD 7: 0.70 [0.66, 0.73]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643284" y="4938070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643284" y="4205300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683885" y="346919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683885" y="2738452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683885" y="2004373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132524" y="5416831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865948" y="5417486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619672" y="54148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353097" y="5417486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086521" y="5416831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1822" y="5533742"/>
              <a:ext cx="2583507" cy="142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(z within person and level)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848015" y="3441604"/>
              <a:ext cx="1304329" cy="142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report (z)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2749980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392312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034645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3023406" y="599913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665738" y="599913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308071" y="599913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820015" y="1402443"/>
              <a:ext cx="4707001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Tracking, forward: report on true colour (experience; slope = r)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4937760"/>
            <a:chOff x="548640" y="1371600"/>
            <a:chExt cx="5852160" cy="49377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4937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820015" y="4979890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820015" y="4246466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820015" y="3513042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820015" y="2779618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20015" y="2046193"/>
              <a:ext cx="3667121" cy="0"/>
            </a:xfrm>
            <a:custGeom>
              <a:avLst/>
              <a:pathLst>
                <a:path w="3667121" h="0">
                  <a:moveTo>
                    <a:pt x="0" y="0"/>
                  </a:move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6727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20151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53575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87000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20424" y="1679481"/>
              <a:ext cx="0" cy="3667121"/>
            </a:xfrm>
            <a:custGeom>
              <a:avLst/>
              <a:pathLst>
                <a:path w="0" h="3667121">
                  <a:moveTo>
                    <a:pt x="0" y="36671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20015" y="1679481"/>
              <a:ext cx="3667121" cy="3667121"/>
            </a:xfrm>
            <a:custGeom>
              <a:avLst/>
              <a:pathLst>
                <a:path w="3667121" h="3667121">
                  <a:moveTo>
                    <a:pt x="0" y="3667121"/>
                  </a:moveTo>
                  <a:lnTo>
                    <a:pt x="0" y="3667121"/>
                  </a:lnTo>
                  <a:lnTo>
                    <a:pt x="3667121" y="0"/>
                  </a:lnTo>
                  <a:lnTo>
                    <a:pt x="36671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86727" y="2314859"/>
              <a:ext cx="2933697" cy="2396365"/>
            </a:xfrm>
            <a:custGeom>
              <a:avLst/>
              <a:pathLst>
                <a:path w="2933697" h="2396365">
                  <a:moveTo>
                    <a:pt x="0" y="2396365"/>
                  </a:moveTo>
                  <a:lnTo>
                    <a:pt x="101161" y="2313732"/>
                  </a:lnTo>
                  <a:lnTo>
                    <a:pt x="202323" y="2231098"/>
                  </a:lnTo>
                  <a:lnTo>
                    <a:pt x="303485" y="2148465"/>
                  </a:lnTo>
                  <a:lnTo>
                    <a:pt x="404647" y="2065832"/>
                  </a:lnTo>
                  <a:lnTo>
                    <a:pt x="505809" y="1983199"/>
                  </a:lnTo>
                  <a:lnTo>
                    <a:pt x="606971" y="1900565"/>
                  </a:lnTo>
                  <a:lnTo>
                    <a:pt x="708133" y="1817932"/>
                  </a:lnTo>
                  <a:lnTo>
                    <a:pt x="809295" y="1735299"/>
                  </a:lnTo>
                  <a:lnTo>
                    <a:pt x="910457" y="1652665"/>
                  </a:lnTo>
                  <a:lnTo>
                    <a:pt x="1011619" y="1570032"/>
                  </a:lnTo>
                  <a:lnTo>
                    <a:pt x="1112781" y="1487399"/>
                  </a:lnTo>
                  <a:lnTo>
                    <a:pt x="1213943" y="1404765"/>
                  </a:lnTo>
                  <a:lnTo>
                    <a:pt x="1315105" y="1322132"/>
                  </a:lnTo>
                  <a:lnTo>
                    <a:pt x="1416267" y="1239499"/>
                  </a:lnTo>
                  <a:lnTo>
                    <a:pt x="1517429" y="1156866"/>
                  </a:lnTo>
                  <a:lnTo>
                    <a:pt x="1618591" y="1074232"/>
                  </a:lnTo>
                  <a:lnTo>
                    <a:pt x="1719753" y="991599"/>
                  </a:lnTo>
                  <a:lnTo>
                    <a:pt x="1820915" y="908966"/>
                  </a:lnTo>
                  <a:lnTo>
                    <a:pt x="1922077" y="826332"/>
                  </a:lnTo>
                  <a:lnTo>
                    <a:pt x="2023239" y="743699"/>
                  </a:lnTo>
                  <a:lnTo>
                    <a:pt x="2124401" y="661066"/>
                  </a:lnTo>
                  <a:lnTo>
                    <a:pt x="2225563" y="578433"/>
                  </a:lnTo>
                  <a:lnTo>
                    <a:pt x="2326725" y="495799"/>
                  </a:lnTo>
                  <a:lnTo>
                    <a:pt x="2427887" y="413166"/>
                  </a:lnTo>
                  <a:lnTo>
                    <a:pt x="2529049" y="330533"/>
                  </a:lnTo>
                  <a:lnTo>
                    <a:pt x="2630211" y="247899"/>
                  </a:lnTo>
                  <a:lnTo>
                    <a:pt x="2731373" y="165266"/>
                  </a:lnTo>
                  <a:lnTo>
                    <a:pt x="2832535" y="82633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86727" y="2398747"/>
              <a:ext cx="2933697" cy="2228590"/>
            </a:xfrm>
            <a:custGeom>
              <a:avLst/>
              <a:pathLst>
                <a:path w="2933697" h="2228590">
                  <a:moveTo>
                    <a:pt x="0" y="2228590"/>
                  </a:moveTo>
                  <a:lnTo>
                    <a:pt x="101161" y="2151742"/>
                  </a:lnTo>
                  <a:lnTo>
                    <a:pt x="202323" y="2074894"/>
                  </a:lnTo>
                  <a:lnTo>
                    <a:pt x="303485" y="1998046"/>
                  </a:lnTo>
                  <a:lnTo>
                    <a:pt x="404647" y="1921198"/>
                  </a:lnTo>
                  <a:lnTo>
                    <a:pt x="505809" y="1844351"/>
                  </a:lnTo>
                  <a:lnTo>
                    <a:pt x="606971" y="1767503"/>
                  </a:lnTo>
                  <a:lnTo>
                    <a:pt x="708133" y="1690655"/>
                  </a:lnTo>
                  <a:lnTo>
                    <a:pt x="809295" y="1613807"/>
                  </a:lnTo>
                  <a:lnTo>
                    <a:pt x="910457" y="1536959"/>
                  </a:lnTo>
                  <a:lnTo>
                    <a:pt x="1011619" y="1460111"/>
                  </a:lnTo>
                  <a:lnTo>
                    <a:pt x="1112781" y="1383263"/>
                  </a:lnTo>
                  <a:lnTo>
                    <a:pt x="1213943" y="1306415"/>
                  </a:lnTo>
                  <a:lnTo>
                    <a:pt x="1315105" y="1229567"/>
                  </a:lnTo>
                  <a:lnTo>
                    <a:pt x="1416267" y="1152719"/>
                  </a:lnTo>
                  <a:lnTo>
                    <a:pt x="1517429" y="1075871"/>
                  </a:lnTo>
                  <a:lnTo>
                    <a:pt x="1618591" y="999023"/>
                  </a:lnTo>
                  <a:lnTo>
                    <a:pt x="1719753" y="922175"/>
                  </a:lnTo>
                  <a:lnTo>
                    <a:pt x="1820915" y="845327"/>
                  </a:lnTo>
                  <a:lnTo>
                    <a:pt x="1922077" y="768479"/>
                  </a:lnTo>
                  <a:lnTo>
                    <a:pt x="2023239" y="691631"/>
                  </a:lnTo>
                  <a:lnTo>
                    <a:pt x="2124401" y="614783"/>
                  </a:lnTo>
                  <a:lnTo>
                    <a:pt x="2225563" y="537935"/>
                  </a:lnTo>
                  <a:lnTo>
                    <a:pt x="2326725" y="461087"/>
                  </a:lnTo>
                  <a:lnTo>
                    <a:pt x="2427887" y="384239"/>
                  </a:lnTo>
                  <a:lnTo>
                    <a:pt x="2529049" y="307391"/>
                  </a:lnTo>
                  <a:lnTo>
                    <a:pt x="2630211" y="230543"/>
                  </a:lnTo>
                  <a:lnTo>
                    <a:pt x="2731373" y="153695"/>
                  </a:lnTo>
                  <a:lnTo>
                    <a:pt x="2832535" y="76847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86727" y="2492855"/>
              <a:ext cx="2933697" cy="2040374"/>
            </a:xfrm>
            <a:custGeom>
              <a:avLst/>
              <a:pathLst>
                <a:path w="2933697" h="2040374">
                  <a:moveTo>
                    <a:pt x="0" y="2040374"/>
                  </a:moveTo>
                  <a:lnTo>
                    <a:pt x="101161" y="1970016"/>
                  </a:lnTo>
                  <a:lnTo>
                    <a:pt x="202323" y="1899658"/>
                  </a:lnTo>
                  <a:lnTo>
                    <a:pt x="303485" y="1829301"/>
                  </a:lnTo>
                  <a:lnTo>
                    <a:pt x="404647" y="1758943"/>
                  </a:lnTo>
                  <a:lnTo>
                    <a:pt x="505809" y="1688585"/>
                  </a:lnTo>
                  <a:lnTo>
                    <a:pt x="606971" y="1618227"/>
                  </a:lnTo>
                  <a:lnTo>
                    <a:pt x="708133" y="1547870"/>
                  </a:lnTo>
                  <a:lnTo>
                    <a:pt x="809295" y="1477512"/>
                  </a:lnTo>
                  <a:lnTo>
                    <a:pt x="910457" y="1407154"/>
                  </a:lnTo>
                  <a:lnTo>
                    <a:pt x="1011619" y="1336796"/>
                  </a:lnTo>
                  <a:lnTo>
                    <a:pt x="1112781" y="1266439"/>
                  </a:lnTo>
                  <a:lnTo>
                    <a:pt x="1213943" y="1196081"/>
                  </a:lnTo>
                  <a:lnTo>
                    <a:pt x="1315105" y="1125723"/>
                  </a:lnTo>
                  <a:lnTo>
                    <a:pt x="1416267" y="1055366"/>
                  </a:lnTo>
                  <a:lnTo>
                    <a:pt x="1517429" y="985008"/>
                  </a:lnTo>
                  <a:lnTo>
                    <a:pt x="1618591" y="914650"/>
                  </a:lnTo>
                  <a:lnTo>
                    <a:pt x="1719753" y="844292"/>
                  </a:lnTo>
                  <a:lnTo>
                    <a:pt x="1820915" y="773935"/>
                  </a:lnTo>
                  <a:lnTo>
                    <a:pt x="1922077" y="703577"/>
                  </a:lnTo>
                  <a:lnTo>
                    <a:pt x="2023239" y="633219"/>
                  </a:lnTo>
                  <a:lnTo>
                    <a:pt x="2124401" y="562861"/>
                  </a:lnTo>
                  <a:lnTo>
                    <a:pt x="2225563" y="492504"/>
                  </a:lnTo>
                  <a:lnTo>
                    <a:pt x="2326725" y="422146"/>
                  </a:lnTo>
                  <a:lnTo>
                    <a:pt x="2427887" y="351788"/>
                  </a:lnTo>
                  <a:lnTo>
                    <a:pt x="2529049" y="281430"/>
                  </a:lnTo>
                  <a:lnTo>
                    <a:pt x="2630211" y="211073"/>
                  </a:lnTo>
                  <a:lnTo>
                    <a:pt x="2731373" y="140715"/>
                  </a:lnTo>
                  <a:lnTo>
                    <a:pt x="2832535" y="70357"/>
                  </a:lnTo>
                  <a:lnTo>
                    <a:pt x="2933697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1893357" y="1708469"/>
              <a:ext cx="1410228" cy="131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2E7D4F">
                      <a:alpha val="100000"/>
                    </a:srgbClr>
                  </a:solidFill>
                  <a:latin typeface="Calibri"/>
                  <a:cs typeface="Calibri"/>
                </a:rPr>
                <a:t>SD 3: 0.82 [0.78, 0.85]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893357" y="1943165"/>
              <a:ext cx="1410228" cy="131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7790F">
                      <a:alpha val="100000"/>
                    </a:srgbClr>
                  </a:solidFill>
                  <a:latin typeface="Calibri"/>
                  <a:cs typeface="Calibri"/>
                </a:rPr>
                <a:t>SD 5: 0.76 [0.73, 0.79]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893357" y="2177861"/>
              <a:ext cx="1410228" cy="131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SD 7: 0.70 [0.66, 0.73]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643284" y="4938070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643284" y="4205300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683885" y="346919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683885" y="2738452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683885" y="2004373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132524" y="5416831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865948" y="5417486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619672" y="54148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353097" y="5417486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086521" y="5416831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518500" y="5533742"/>
              <a:ext cx="2270149" cy="142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 (z within person and level)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687392" y="3441939"/>
              <a:ext cx="1626244" cy="1422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true colour (z)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2749980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392312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034645" y="60478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3023406" y="599913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665738" y="599913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308071" y="599913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820015" y="1402443"/>
              <a:ext cx="4857572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Tracking, backward: true colour on report (experience; slope = r)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zeevbenamos</cp:lastModifiedBy>
  <cp:revision>3</cp:revision>
  <dcterms:created xsi:type="dcterms:W3CDTF">2017-02-13T16:18:36Z</dcterms:created>
  <dcterms:modified xsi:type="dcterms:W3CDTF">2026-10-25T08:57:22Z</dcterms:modified>
  <cp:category/>
</cp:coreProperties>
</file>